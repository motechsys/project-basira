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10287000" cx="18288000"/>
  <p:notesSz cx="6858000" cy="9144000"/>
  <p:embeddedFontLst>
    <p:embeddedFont>
      <p:font typeface="Urbanist"/>
      <p:regular r:id="rId37"/>
      <p:bold r:id="rId38"/>
      <p:italic r:id="rId39"/>
      <p:boldItalic r:id="rId40"/>
    </p:embeddedFont>
    <p:embeddedFont>
      <p:font typeface="Readex Pro Medium"/>
      <p:regular r:id="rId41"/>
      <p:bold r:id="rId42"/>
    </p:embeddedFont>
    <p:embeddedFont>
      <p:font typeface="Readex Pro SemiBold"/>
      <p:regular r:id="rId43"/>
      <p:bold r:id="rId44"/>
    </p:embeddedFont>
    <p:embeddedFont>
      <p:font typeface="Readex Pro"/>
      <p:regular r:id="rId45"/>
      <p:bold r:id="rId46"/>
    </p:embeddedFont>
    <p:embeddedFont>
      <p:font typeface="Readex Pro Light"/>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9" roundtripDataSignature="AMtx7mh1GeQrG1kO//gaBT9ZQp796F1r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8ED9858-D163-4338-9E88-1F424354888F}">
  <a:tblStyle styleId="{B8ED9858-D163-4338-9E88-1F424354888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Urbanist-boldItalic.fntdata"/><Relationship Id="rId42" Type="http://schemas.openxmlformats.org/officeDocument/2006/relationships/font" Target="fonts/ReadexProMedium-bold.fntdata"/><Relationship Id="rId41" Type="http://schemas.openxmlformats.org/officeDocument/2006/relationships/font" Target="fonts/ReadexProMedium-regular.fntdata"/><Relationship Id="rId44" Type="http://schemas.openxmlformats.org/officeDocument/2006/relationships/font" Target="fonts/ReadexProSemiBold-bold.fntdata"/><Relationship Id="rId43" Type="http://schemas.openxmlformats.org/officeDocument/2006/relationships/font" Target="fonts/ReadexProSemiBold-regular.fntdata"/><Relationship Id="rId46" Type="http://schemas.openxmlformats.org/officeDocument/2006/relationships/font" Target="fonts/ReadexPro-bold.fntdata"/><Relationship Id="rId45" Type="http://schemas.openxmlformats.org/officeDocument/2006/relationships/font" Target="fonts/ReadexPro-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eadexProLight-bold.fntdata"/><Relationship Id="rId47" Type="http://schemas.openxmlformats.org/officeDocument/2006/relationships/font" Target="fonts/ReadexProLight-regular.fntdata"/><Relationship Id="rId4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Urbanist-regular.fntdata"/><Relationship Id="rId36" Type="http://schemas.openxmlformats.org/officeDocument/2006/relationships/slide" Target="slides/slide31.xml"/><Relationship Id="rId39" Type="http://schemas.openxmlformats.org/officeDocument/2006/relationships/font" Target="fonts/Urbanist-italic.fntdata"/><Relationship Id="rId38" Type="http://schemas.openxmlformats.org/officeDocument/2006/relationships/font" Target="fonts/Urbanist-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الشرائح 1 إلى 7 دليل للمشارك. احذفها من نسخة العرض النهائية. تبدأ النماذج القابلة للتعبئة من الشريحة 8. احتفظ بالنسخة الأصلية مرجعًا.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321" name="Google Shape;321;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افتح ملف PPTX ثم استخدم حفظ باسم. ملف POTX ينشئ عرضًا جديدًا عند فتحه بالطريقة المعتادة. لنسخ نموذج، انقر بزر الفأرة الأيمن على مصغّر الشريحة واختر تكرار الشريحة. عند النسخ إلى ملف آخر اختر الاحتفاظ بتنسيق المصدر. من الصفحة الرئيسية اختر تخطيط للوصول إلى تخطيطات القالب.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336" name="Google Shape;33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هذه مكتبة تخطيطات وليست قائمة إلزامية لعرض المشروع. اختر منها ما يخدم الفكرة. عند استخدام الشريحة الفارغة حافظ على هوامش تقارب 110 بكسل، ولا تضع محتوى فوق الشعار أو التذييل.</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360" name="Google Shape;36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4" name="Google Shape;38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مقاس الشريحة 16:9 كما في الملفين المرفقين. مقاسات النصوص هنا تتناسب مع مقاس لوحة 1920 × 1080 المستخدم في المصدر. حافظ على محاذاة النص العربي إلى اليمين واتجاهه من اليمين إلى اليسار. اللون التركواز للتأكيد على الخلفية الداكنة، والبنفسجي مناسب للتأكيد على الخلفية الفاتحة. لا تغيّر نسب الشعارات أو ألوانها.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385" name="Google Shape;385;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1" name="Google Shape;41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انقر داخل النص لتعديله. عند لصق محتوى من مصدر آخر، استخدم الاحتفاظ بالنص فقط. العناصر الموسومة «صورة» هي عناصر نائبة للصور في تخطيطات النماذج. يمكن حذفها عند عدم الحاجة. الشعار والخلفية والتذييل مثبتة في التخطيط لحمايتها أثناء العمل اليومي. لتعديلها على مستوى القالب استخدم عرض ثم الشريحة الرئيسية، ويُفضّل إبقاؤها كما هي.</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412" name="Google Shape;41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6" name="Google Shape;43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لإدراج صورة: انقر أيقونة الصورة داخل العنصر النائب واختر ملفًا محليًا. لاستبدال صورة موجودة: زر الفأرة الأيمن ثم تغيير الصورة. لضبط القص: تنسيق الصورة ثم قص. لتعديل جدول: انقر داخل الخلية واستخدم تبويبي تصميم الجدول وتخطيطه. لتعديل الرسم: زر الفأرة الأيمن ثم تحرير البيانات. القيم الافتراضية للأعمدة 20، 35، 50، 65 والنسب 40، 30، 20، 10 أمثلة فقط. لا تستخدمها كحقائق عن التحدي أو مشروعك.</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437" name="Google Shape;437;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الترتيب المقترح إرشادي. لم يُحدّد هذا القالب مدة العرض أو عدد الشرائح أو موعد التسليم. اتبع تعليمات المنظم الخاصة بالمشاركة. راجع العرض في وضع عرض الشرائح، ثم احفظ نسخة PPTX. صدّر PDF إذا طُلب منك.</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457" name="Google Shape;457;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 name="Google Shape;48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استبدل اسم المشروع والوصف واسم الفريق والتاريخ. اجعل اسم المشروع موجزًا. اكتب في الوصف ما يقدمه الحل ولمن. احتفظ بشعار باذل وشعار التحدي كما هما.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482" name="Google Shape;48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5" name="Google Shape;49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عرّف بأقسام العرض في كلمات قليلة. عدّل العدد بحسب أقسامك، واحذف العناصر التي لا تحتاجها.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496" name="Google Shape;496;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استخدم هذه الشريحة بين الأقسام الرئيسة عند الحاجة. غيّر الرقم والعنوان والجملة التمهيدية.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24" name="Google Shape;524;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اكتب عنوانًا واضحًا لكل نقطة وشرحًا قصيرًا. يمكن استخدام هذا التخطيط لملخص المشكلة أو مميزات الحل. لا تضف نقاطًا لا تحتاجها لمجرد ملء المساحة.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34" name="Google Shape;53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3" name="Google Shape;55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استخدم فقرة واحدة قصيرة. اجعل السطر بطول مريح للقراءة. يمكن حذف العنوان الداعم والملاحظة عند عدم الحاجة.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54" name="Google Shape;554;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أضف لقطة شاشة أو صورة بنسبة تقارب 16:9. ضع تفسيرًا بجانبها، واحذف أي بيانات شخصية من لقطات الاختبار قبل استخدامها.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68" name="Google Shape;568;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هذا العنصر النائب مربع بنسبة 1:1. أضف الصورة ثم اضبط القص لتحافظ على الموضوع الأساسي داخل الإطار.</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84" name="Google Shape;584;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استبدل القيم ببيانات حقيقية واذكر الوحدة والفترة والمصدر. إذا كان الرقم مستهدفًا، اكتب «مستهدف» في وصف المؤشر. لا تعرض القيم المستهدفة على أنها نتائج محققة.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99" name="Google Shape;599;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3" name="Google Shape;62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اكتب رسالة قصيرة ترتبط بمشروعك. إذا استخدمت اقتباسًا، انقله بدقة واذكر صاحبه والمصدر. احذف خانة المصدر إذا كانت الرسالة من صياغة الفريق.</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24" name="Google Shape;624;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4" name="Google Shape;634;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جدول أصلي قابل للتحرير. عدّل عناوين الأعمدة بحسب بياناتك، ثم أضف الصفوف أو احذفها من أدوات الجدول. ترتيب الأعمدة يبدأ من اليمين.</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35" name="Google Shape;635;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املأ المراحل من اليمين إلى اليسار. لكل مرحلة اسم وفترة ومخرج واضح. هذا نموذج لخطة مشروع الفريق، وليس جدولًا رسميًا لمواعيد التحدي.</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48" name="Google Shape;648;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3" name="Google Shape;68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أضف صورة كل عضو واسمه ودوره الفعلي في المشروع. الصور اختيارية. احذف إطار الصورة إن لم تستخدمه، وعدّل عدد الأعضاء بحسب الفريق.</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84" name="Google Shape;684;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6" name="Google Shape;706;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بديل فاتح لعرض النقاط. استخدم النص الكحلي للتباين. يمكن استخدام البنفسجي للتأكيد.</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707" name="Google Shape;707;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5" name="Google Shape;725;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جدول أصلي قابل للتحرير. مناسب لخطة المهام أو المقارنة التفصيلية. استبدل بيانات الأعمدة والصفوف وأضف المصدر عند الحاجة.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726" name="Google Shape;726;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fa608e3085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8" name="Google Shape;738;g3fa608e3085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الرسم أصلي قابل للتحرير ومرتبط بجدول بيانات مضمن. اختر تحرير البيانات لاستبدال أسماء الفئات والقيم. القيم 20، 35، 50، 65 أمثلة توضيحية. حدّث عنوان الشريحة والوحدة والمصدر، واحذف عبارة البيانات التوضيحية بعد إدخال البيانات الحقيقية.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739" name="Google Shape;739;g3fa608e3085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9" name="Google Shape;789;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الرسم أصلي قابل للتحرير ومرتبط بجدول بيانات مضمن. القيم 40، 30، 20، 10 أمثلة فقط. استبدل الفئات وقيمها ببياناتك. تأكد أن الفئات أجزاء من إجمالي واحد. يعرض الرسم النسب من مجموع القيم المدخلة.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790" name="Google Shape;790;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 name="Google Shape;814;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التسلسل من اليمين إلى اليسار: المدخلات، ثم المعالجة، ثم المخرجات، ثم الأثر على المستخدم. استبدل النصوص بين الأقواس بما يناسب مشروعك. كل مرحلة مربع نص واحد قابل للتحرير، ويمكن تكراره أو حذفه. حافظ على تساوي المسافات عند تعديل عدد المراحل.</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15" name="Google Shape;815;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9" name="Google Shape;829;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أضف صورة أو لقطة واجهة واضحة داخل المساحة المخصصة. الصورة تشغل معظم الشريحة مع مساحة مستقلة للنص لضمان القراءة.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30" name="Google Shape;830;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9" name="Google Shape;839;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اختر صورًا مترابطة، وأضف تعليقًا موجزًا تحت كل صورة. حافظ على أحجام الإطارات والمحاذاة.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40" name="Google Shape;840;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5" name="Google Shape;85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الأيقونات الأربع صور أصلية من القالب المرفق، ويمكن تحريكها وتغيير حجمها مع الحفاظ على النسب. كرّر الأيقونة التي تحتاجها. هذه الصفحة لا تدّعي توافر مكتبة أيقونات إضافية غير مرفقة.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56" name="Google Shape;856;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8" name="Google Shape;878;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قارن الخيارين باستخدام الأبعاد نفسها، مع وصف منصف لكل خيار. يمكن استخدام هذا النموذج لمقارنة الوضع الحالي والحل المقترح.</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79" name="Google Shape;879;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5" name="Google Shape;895;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مساحة فارغة لإضافة محتوى خاص بالمشروع. حافظ على الهوامش والخط وألوان الهوية. لإضافة محتوى اختر إدراج ثم مربع نص أو صورة. ضع المحتوى الرئيس بين 180 و1800 أفقيًا، وبين 250 و930 رأسيًا. الخلفية والشعار والتذييل ضمن التخطيط.</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96" name="Google Shape;896;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3" name="Google Shape;903;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مساحة فارغة لإضافة محتوى خاص بالمشروع. حافظ على الهوامش والخط وألوان الهوية. لإضافة محتوى اختر إدراج ثم مربع نص أو صورة. ضع المحتوى الرئيس بين 180 و1800 أفقيًا، وبين 250 و930 رأسيًا. الخلفية والشعار والتذييل ضمن التخطيط.</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904" name="Google Shape;904;p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1" name="Google Shape;911;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احتفظ بشعاري التحول التقني وسدايا باللون الأبيض على الخلفية الداكنة. شعار سدايا أصلي مقتطع بإطار الصورة من مجموعة الشعارات داخل القالب المرفق. استبدل اسم المشروع والرابط، أو احذف سطر الرابط إذا لم تستخدمه.</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912" name="Google Shape;912;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غلاف المشروع">
  <p:cSld name="غلاف المشروع">
    <p:bg>
      <p:bgPr>
        <a:solidFill>
          <a:srgbClr val="12183F"/>
        </a:solidFill>
      </p:bgPr>
    </p:bg>
    <p:spTree>
      <p:nvGrpSpPr>
        <p:cNvPr id="11" name="Shape 11"/>
        <p:cNvGrpSpPr/>
        <p:nvPr/>
      </p:nvGrpSpPr>
      <p:grpSpPr>
        <a:xfrm>
          <a:off x="0" y="0"/>
          <a:ext cx="0" cy="0"/>
          <a:chOff x="0" y="0"/>
          <a:chExt cx="0" cy="0"/>
        </a:xfrm>
      </p:grpSpPr>
      <p:pic>
        <p:nvPicPr>
          <p:cNvPr id="12" name="Google Shape;12;p3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 name="Google Shape;13;p34"/>
          <p:cNvPicPr preferRelativeResize="0"/>
          <p:nvPr/>
        </p:nvPicPr>
        <p:blipFill rotWithShape="1">
          <a:blip r:embed="rId3">
            <a:alphaModFix/>
          </a:blip>
          <a:srcRect b="0" l="0" r="0" t="0"/>
          <a:stretch/>
        </p:blipFill>
        <p:spPr>
          <a:xfrm>
            <a:off x="1066800" y="876872"/>
            <a:ext cx="6572250" cy="1684781"/>
          </a:xfrm>
          <a:prstGeom prst="rect">
            <a:avLst/>
          </a:prstGeom>
          <a:noFill/>
          <a:ln>
            <a:noFill/>
          </a:ln>
        </p:spPr>
      </p:pic>
      <p:pic>
        <p:nvPicPr>
          <p:cNvPr id="14" name="Google Shape;14;p34"/>
          <p:cNvPicPr preferRelativeResize="0"/>
          <p:nvPr/>
        </p:nvPicPr>
        <p:blipFill rotWithShape="1">
          <a:blip r:embed="rId4">
            <a:alphaModFix/>
          </a:blip>
          <a:srcRect b="0" l="0" r="0" t="0"/>
          <a:stretch/>
        </p:blipFill>
        <p:spPr>
          <a:xfrm>
            <a:off x="14954250" y="840995"/>
            <a:ext cx="2190750" cy="1385061"/>
          </a:xfrm>
          <a:prstGeom prst="rect">
            <a:avLst/>
          </a:prstGeom>
          <a:noFill/>
          <a:ln>
            <a:noFill/>
          </a:ln>
        </p:spPr>
      </p:pic>
      <p:pic>
        <p:nvPicPr>
          <p:cNvPr id="15" name="Google Shape;15;p34"/>
          <p:cNvPicPr preferRelativeResize="0"/>
          <p:nvPr/>
        </p:nvPicPr>
        <p:blipFill rotWithShape="1">
          <a:blip r:embed="rId5">
            <a:alphaModFix/>
          </a:blip>
          <a:srcRect b="0" l="0" r="0" t="0"/>
          <a:stretch/>
        </p:blipFill>
        <p:spPr>
          <a:xfrm>
            <a:off x="1078258" y="3190875"/>
            <a:ext cx="6701734" cy="6191250"/>
          </a:xfrm>
          <a:prstGeom prst="rect">
            <a:avLst/>
          </a:prstGeom>
          <a:noFill/>
          <a:ln>
            <a:noFill/>
          </a:ln>
        </p:spPr>
      </p:pic>
      <p:sp>
        <p:nvSpPr>
          <p:cNvPr id="16" name="Google Shape;16;p34"/>
          <p:cNvSpPr txBox="1"/>
          <p:nvPr>
            <p:ph type="title"/>
          </p:nvPr>
        </p:nvSpPr>
        <p:spPr>
          <a:xfrm>
            <a:off x="8096250" y="3524250"/>
            <a:ext cx="9048750" cy="1333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 name="Google Shape;17;p34"/>
          <p:cNvSpPr txBox="1"/>
          <p:nvPr>
            <p:ph idx="1" type="body"/>
          </p:nvPr>
        </p:nvSpPr>
        <p:spPr>
          <a:xfrm>
            <a:off x="8096250" y="5334000"/>
            <a:ext cx="9048750" cy="1619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 name="Google Shape;18;p34"/>
          <p:cNvSpPr txBox="1"/>
          <p:nvPr>
            <p:ph idx="2" type="body"/>
          </p:nvPr>
        </p:nvSpPr>
        <p:spPr>
          <a:xfrm>
            <a:off x="8953500" y="7762875"/>
            <a:ext cx="81915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 name="Google Shape;19;p34"/>
          <p:cNvSpPr txBox="1"/>
          <p:nvPr>
            <p:ph idx="3" type="body"/>
          </p:nvPr>
        </p:nvSpPr>
        <p:spPr>
          <a:xfrm>
            <a:off x="1066800" y="9391650"/>
            <a:ext cx="5429250" cy="4953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حتويات العرض">
  <p:cSld name="محتويات العرض">
    <p:bg>
      <p:bgPr>
        <a:solidFill>
          <a:srgbClr val="12183F"/>
        </a:solidFill>
      </p:bgPr>
    </p:bg>
    <p:spTree>
      <p:nvGrpSpPr>
        <p:cNvPr id="20" name="Shape 20"/>
        <p:cNvGrpSpPr/>
        <p:nvPr/>
      </p:nvGrpSpPr>
      <p:grpSpPr>
        <a:xfrm>
          <a:off x="0" y="0"/>
          <a:ext cx="0" cy="0"/>
          <a:chOff x="0" y="0"/>
          <a:chExt cx="0" cy="0"/>
        </a:xfrm>
      </p:grpSpPr>
      <p:pic>
        <p:nvPicPr>
          <p:cNvPr id="21" name="Google Shape;21;p3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 name="Google Shape;22;p3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 name="Google Shape;23;p3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 name="Google Shape;24;p3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 name="Google Shape;25;p3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 name="Google Shape;26;p3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 name="Google Shape;27;p35"/>
          <p:cNvSpPr txBox="1"/>
          <p:nvPr>
            <p:ph idx="2" type="body"/>
          </p:nvPr>
        </p:nvSpPr>
        <p:spPr>
          <a:xfrm>
            <a:off x="12382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 name="Google Shape;28;p35"/>
          <p:cNvSpPr txBox="1"/>
          <p:nvPr>
            <p:ph idx="3" type="body"/>
          </p:nvPr>
        </p:nvSpPr>
        <p:spPr>
          <a:xfrm>
            <a:off x="12382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 name="Google Shape;29;p35"/>
          <p:cNvSpPr txBox="1"/>
          <p:nvPr>
            <p:ph idx="4" type="body"/>
          </p:nvPr>
        </p:nvSpPr>
        <p:spPr>
          <a:xfrm>
            <a:off x="12382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0" name="Google Shape;30;p35"/>
          <p:cNvSpPr txBox="1"/>
          <p:nvPr>
            <p:ph idx="5" type="body"/>
          </p:nvPr>
        </p:nvSpPr>
        <p:spPr>
          <a:xfrm>
            <a:off x="7048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 name="Google Shape;31;p35"/>
          <p:cNvSpPr txBox="1"/>
          <p:nvPr>
            <p:ph idx="6" type="body"/>
          </p:nvPr>
        </p:nvSpPr>
        <p:spPr>
          <a:xfrm>
            <a:off x="7048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2" name="Google Shape;32;p35"/>
          <p:cNvSpPr txBox="1"/>
          <p:nvPr>
            <p:ph idx="7" type="body"/>
          </p:nvPr>
        </p:nvSpPr>
        <p:spPr>
          <a:xfrm>
            <a:off x="7048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3" name="Google Shape;33;p35"/>
          <p:cNvSpPr txBox="1"/>
          <p:nvPr>
            <p:ph idx="8" type="body"/>
          </p:nvPr>
        </p:nvSpPr>
        <p:spPr>
          <a:xfrm>
            <a:off x="1714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4" name="Google Shape;34;p35"/>
          <p:cNvSpPr txBox="1"/>
          <p:nvPr>
            <p:ph idx="9" type="body"/>
          </p:nvPr>
        </p:nvSpPr>
        <p:spPr>
          <a:xfrm>
            <a:off x="1714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5" name="Google Shape;35;p35"/>
          <p:cNvSpPr txBox="1"/>
          <p:nvPr>
            <p:ph idx="13" type="body"/>
          </p:nvPr>
        </p:nvSpPr>
        <p:spPr>
          <a:xfrm>
            <a:off x="1714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6" name="Google Shape;36;p35"/>
          <p:cNvSpPr txBox="1"/>
          <p:nvPr>
            <p:ph idx="14" type="body"/>
          </p:nvPr>
        </p:nvSpPr>
        <p:spPr>
          <a:xfrm>
            <a:off x="12382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7" name="Google Shape;37;p35"/>
          <p:cNvSpPr txBox="1"/>
          <p:nvPr>
            <p:ph idx="15" type="body"/>
          </p:nvPr>
        </p:nvSpPr>
        <p:spPr>
          <a:xfrm>
            <a:off x="12382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8" name="Google Shape;38;p35"/>
          <p:cNvSpPr txBox="1"/>
          <p:nvPr>
            <p:ph idx="16" type="body"/>
          </p:nvPr>
        </p:nvSpPr>
        <p:spPr>
          <a:xfrm>
            <a:off x="12382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9" name="Google Shape;39;p35"/>
          <p:cNvSpPr txBox="1"/>
          <p:nvPr>
            <p:ph idx="17" type="body"/>
          </p:nvPr>
        </p:nvSpPr>
        <p:spPr>
          <a:xfrm>
            <a:off x="7048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0" name="Google Shape;40;p35"/>
          <p:cNvSpPr txBox="1"/>
          <p:nvPr>
            <p:ph idx="18" type="body"/>
          </p:nvPr>
        </p:nvSpPr>
        <p:spPr>
          <a:xfrm>
            <a:off x="7048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1" name="Google Shape;41;p35"/>
          <p:cNvSpPr txBox="1"/>
          <p:nvPr>
            <p:ph idx="19" type="body"/>
          </p:nvPr>
        </p:nvSpPr>
        <p:spPr>
          <a:xfrm>
            <a:off x="7048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2" name="Google Shape;42;p35"/>
          <p:cNvSpPr txBox="1"/>
          <p:nvPr>
            <p:ph idx="20" type="body"/>
          </p:nvPr>
        </p:nvSpPr>
        <p:spPr>
          <a:xfrm>
            <a:off x="1714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3" name="Google Shape;43;p35"/>
          <p:cNvSpPr txBox="1"/>
          <p:nvPr>
            <p:ph idx="21" type="body"/>
          </p:nvPr>
        </p:nvSpPr>
        <p:spPr>
          <a:xfrm>
            <a:off x="1714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4" name="Google Shape;44;p35"/>
          <p:cNvSpPr txBox="1"/>
          <p:nvPr>
            <p:ph idx="22" type="body"/>
          </p:nvPr>
        </p:nvSpPr>
        <p:spPr>
          <a:xfrm>
            <a:off x="1714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صل قسم">
  <p:cSld name="فاصل قسم">
    <p:bg>
      <p:bgPr>
        <a:solidFill>
          <a:srgbClr val="12183F"/>
        </a:solidFill>
      </p:bgPr>
    </p:bg>
    <p:spTree>
      <p:nvGrpSpPr>
        <p:cNvPr id="45" name="Shape 45"/>
        <p:cNvGrpSpPr/>
        <p:nvPr/>
      </p:nvGrpSpPr>
      <p:grpSpPr>
        <a:xfrm>
          <a:off x="0" y="0"/>
          <a:ext cx="0" cy="0"/>
          <a:chOff x="0" y="0"/>
          <a:chExt cx="0" cy="0"/>
        </a:xfrm>
      </p:grpSpPr>
      <p:pic>
        <p:nvPicPr>
          <p:cNvPr id="46" name="Google Shape;46;p3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47" name="Google Shape;47;p36"/>
          <p:cNvPicPr preferRelativeResize="0"/>
          <p:nvPr/>
        </p:nvPicPr>
        <p:blipFill rotWithShape="1">
          <a:blip r:embed="rId3">
            <a:alphaModFix/>
          </a:blip>
          <a:srcRect b="0" l="0" r="0" t="0"/>
          <a:stretch/>
        </p:blipFill>
        <p:spPr>
          <a:xfrm>
            <a:off x="1066800" y="687391"/>
            <a:ext cx="4000500" cy="1025519"/>
          </a:xfrm>
          <a:prstGeom prst="rect">
            <a:avLst/>
          </a:prstGeom>
          <a:noFill/>
          <a:ln>
            <a:noFill/>
          </a:ln>
        </p:spPr>
      </p:pic>
      <p:sp>
        <p:nvSpPr>
          <p:cNvPr id="48" name="Google Shape;48;p36"/>
          <p:cNvSpPr txBox="1"/>
          <p:nvPr>
            <p:ph idx="1" type="body"/>
          </p:nvPr>
        </p:nvSpPr>
        <p:spPr>
          <a:xfrm>
            <a:off x="13430250" y="3143250"/>
            <a:ext cx="3619500" cy="1238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9" name="Google Shape;49;p36"/>
          <p:cNvSpPr txBox="1"/>
          <p:nvPr>
            <p:ph type="title"/>
          </p:nvPr>
        </p:nvSpPr>
        <p:spPr>
          <a:xfrm>
            <a:off x="4953000" y="4810125"/>
            <a:ext cx="12096750" cy="12382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0" name="Google Shape;50;p36"/>
          <p:cNvSpPr txBox="1"/>
          <p:nvPr>
            <p:ph idx="2" type="body"/>
          </p:nvPr>
        </p:nvSpPr>
        <p:spPr>
          <a:xfrm>
            <a:off x="6667500" y="6572250"/>
            <a:ext cx="10382250" cy="1047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p:cSld name="أربع نقاط">
    <p:bg>
      <p:bgPr>
        <a:solidFill>
          <a:srgbClr val="12183F"/>
        </a:solidFill>
      </p:bgPr>
    </p:bg>
    <p:spTree>
      <p:nvGrpSpPr>
        <p:cNvPr id="51" name="Shape 51"/>
        <p:cNvGrpSpPr/>
        <p:nvPr/>
      </p:nvGrpSpPr>
      <p:grpSpPr>
        <a:xfrm>
          <a:off x="0" y="0"/>
          <a:ext cx="0" cy="0"/>
          <a:chOff x="0" y="0"/>
          <a:chExt cx="0" cy="0"/>
        </a:xfrm>
      </p:grpSpPr>
      <p:pic>
        <p:nvPicPr>
          <p:cNvPr id="52" name="Google Shape;52;p3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53" name="Google Shape;53;p37"/>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54" name="Google Shape;54;p3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5" name="Google Shape;55;p3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6" name="Google Shape;56;p3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7" name="Google Shape;57;p3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58" name="Google Shape;58;p3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59" name="Google Shape;59;p37"/>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0" name="Google Shape;60;p37"/>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1" name="Google Shape;61;p37"/>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2" name="Google Shape;62;p37"/>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3" name="Google Shape;63;p37"/>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4" name="Google Shape;64;p37"/>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5" name="Google Shape;65;p37"/>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6" name="Google Shape;66;p37"/>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رئيسي">
  <p:cSld name="نص رئيسي">
    <p:bg>
      <p:bgPr>
        <a:solidFill>
          <a:srgbClr val="12183F"/>
        </a:solidFill>
      </p:bgPr>
    </p:bg>
    <p:spTree>
      <p:nvGrpSpPr>
        <p:cNvPr id="67" name="Shape 67"/>
        <p:cNvGrpSpPr/>
        <p:nvPr/>
      </p:nvGrpSpPr>
      <p:grpSpPr>
        <a:xfrm>
          <a:off x="0" y="0"/>
          <a:ext cx="0" cy="0"/>
          <a:chOff x="0" y="0"/>
          <a:chExt cx="0" cy="0"/>
        </a:xfrm>
      </p:grpSpPr>
      <p:pic>
        <p:nvPicPr>
          <p:cNvPr id="68" name="Google Shape;68;p3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69" name="Google Shape;69;p3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70" name="Google Shape;70;p3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1" name="Google Shape;71;p3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2" name="Google Shape;72;p3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73" name="Google Shape;73;p3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74" name="Google Shape;74;p38"/>
          <p:cNvSpPr txBox="1"/>
          <p:nvPr>
            <p:ph idx="2" type="body"/>
          </p:nvPr>
        </p:nvSpPr>
        <p:spPr>
          <a:xfrm>
            <a:off x="6191250" y="4000500"/>
            <a:ext cx="10953750" cy="2667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5" name="Google Shape;75;p38"/>
          <p:cNvSpPr txBox="1"/>
          <p:nvPr>
            <p:ph idx="3" type="body"/>
          </p:nvPr>
        </p:nvSpPr>
        <p:spPr>
          <a:xfrm>
            <a:off x="6191250" y="7239000"/>
            <a:ext cx="1095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6" name="Google Shape;76;p38"/>
          <p:cNvSpPr txBox="1"/>
          <p:nvPr>
            <p:ph idx="4" type="body"/>
          </p:nvPr>
        </p:nvSpPr>
        <p:spPr>
          <a:xfrm>
            <a:off x="6191250" y="8001000"/>
            <a:ext cx="1095375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عريضة">
  <p:cSld name="نص وصورة عريضة">
    <p:bg>
      <p:bgPr>
        <a:solidFill>
          <a:srgbClr val="12183F"/>
        </a:solidFill>
      </p:bgPr>
    </p:bg>
    <p:spTree>
      <p:nvGrpSpPr>
        <p:cNvPr id="77" name="Shape 77"/>
        <p:cNvGrpSpPr/>
        <p:nvPr/>
      </p:nvGrpSpPr>
      <p:grpSpPr>
        <a:xfrm>
          <a:off x="0" y="0"/>
          <a:ext cx="0" cy="0"/>
          <a:chOff x="0" y="0"/>
          <a:chExt cx="0" cy="0"/>
        </a:xfrm>
      </p:grpSpPr>
      <p:pic>
        <p:nvPicPr>
          <p:cNvPr id="78" name="Google Shape;78;p3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79" name="Google Shape;79;p3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80" name="Google Shape;80;p3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1" name="Google Shape;81;p3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2" name="Google Shape;82;p3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83" name="Google Shape;83;p3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84" name="Google Shape;84;p39"/>
          <p:cNvSpPr/>
          <p:nvPr>
            <p:ph idx="2" type="pic"/>
          </p:nvPr>
        </p:nvSpPr>
        <p:spPr>
          <a:xfrm>
            <a:off x="1428750" y="4048125"/>
            <a:ext cx="8382000" cy="4714875"/>
          </a:xfrm>
          <a:prstGeom prst="rect">
            <a:avLst/>
          </a:prstGeom>
          <a:solidFill>
            <a:srgbClr val="161D48"/>
          </a:solidFill>
          <a:ln cap="flat" cmpd="sng" w="11425">
            <a:solidFill>
              <a:srgbClr val="4A5590"/>
            </a:solidFill>
            <a:prstDash val="solid"/>
            <a:round/>
            <a:headEnd len="sm" w="sm" type="none"/>
            <a:tailEnd len="sm" w="sm" type="none"/>
          </a:ln>
        </p:spPr>
      </p:sp>
      <p:sp>
        <p:nvSpPr>
          <p:cNvPr id="85" name="Google Shape;85;p39"/>
          <p:cNvSpPr txBox="1"/>
          <p:nvPr>
            <p:ph idx="3" type="body"/>
          </p:nvPr>
        </p:nvSpPr>
        <p:spPr>
          <a:xfrm>
            <a:off x="10763250" y="409575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6" name="Google Shape;86;p39"/>
          <p:cNvSpPr txBox="1"/>
          <p:nvPr>
            <p:ph idx="4" type="body"/>
          </p:nvPr>
        </p:nvSpPr>
        <p:spPr>
          <a:xfrm>
            <a:off x="10763250" y="480060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7" name="Google Shape;87;p39"/>
          <p:cNvSpPr txBox="1"/>
          <p:nvPr>
            <p:ph idx="5" type="body"/>
          </p:nvPr>
        </p:nvSpPr>
        <p:spPr>
          <a:xfrm>
            <a:off x="10763250" y="666750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8" name="Google Shape;88;p39"/>
          <p:cNvSpPr txBox="1"/>
          <p:nvPr>
            <p:ph idx="6" type="body"/>
          </p:nvPr>
        </p:nvSpPr>
        <p:spPr>
          <a:xfrm>
            <a:off x="10763250" y="737235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مربعة">
  <p:cSld name="نص وصورة مربعة">
    <p:bg>
      <p:bgPr>
        <a:solidFill>
          <a:srgbClr val="12183F"/>
        </a:solidFill>
      </p:bgPr>
    </p:bg>
    <p:spTree>
      <p:nvGrpSpPr>
        <p:cNvPr id="89" name="Shape 89"/>
        <p:cNvGrpSpPr/>
        <p:nvPr/>
      </p:nvGrpSpPr>
      <p:grpSpPr>
        <a:xfrm>
          <a:off x="0" y="0"/>
          <a:ext cx="0" cy="0"/>
          <a:chOff x="0" y="0"/>
          <a:chExt cx="0" cy="0"/>
        </a:xfrm>
      </p:grpSpPr>
      <p:pic>
        <p:nvPicPr>
          <p:cNvPr id="90" name="Google Shape;90;p4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91" name="Google Shape;91;p4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92" name="Google Shape;92;p4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3" name="Google Shape;93;p4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4" name="Google Shape;94;p4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95" name="Google Shape;95;p4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96" name="Google Shape;96;p40"/>
          <p:cNvSpPr/>
          <p:nvPr>
            <p:ph idx="2" type="pic"/>
          </p:nvPr>
        </p:nvSpPr>
        <p:spPr>
          <a:xfrm>
            <a:off x="2190750" y="3476625"/>
            <a:ext cx="5715000" cy="5715000"/>
          </a:xfrm>
          <a:prstGeom prst="rect">
            <a:avLst/>
          </a:prstGeom>
          <a:solidFill>
            <a:srgbClr val="161D48"/>
          </a:solidFill>
          <a:ln cap="flat" cmpd="sng" w="11425">
            <a:solidFill>
              <a:srgbClr val="4A5590"/>
            </a:solidFill>
            <a:prstDash val="solid"/>
            <a:round/>
            <a:headEnd len="sm" w="sm" type="none"/>
            <a:tailEnd len="sm" w="sm" type="none"/>
          </a:ln>
        </p:spPr>
      </p:sp>
      <p:sp>
        <p:nvSpPr>
          <p:cNvPr id="97" name="Google Shape;97;p40"/>
          <p:cNvSpPr txBox="1"/>
          <p:nvPr>
            <p:ph idx="3" type="body"/>
          </p:nvPr>
        </p:nvSpPr>
        <p:spPr>
          <a:xfrm>
            <a:off x="10001250" y="3905250"/>
            <a:ext cx="7143750" cy="800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8" name="Google Shape;98;p40"/>
          <p:cNvSpPr txBox="1"/>
          <p:nvPr>
            <p:ph idx="4" type="body"/>
          </p:nvPr>
        </p:nvSpPr>
        <p:spPr>
          <a:xfrm>
            <a:off x="10001250" y="5191125"/>
            <a:ext cx="7143750" cy="2428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9" name="Google Shape;99;p40"/>
          <p:cNvSpPr txBox="1"/>
          <p:nvPr>
            <p:ph idx="5" type="body"/>
          </p:nvPr>
        </p:nvSpPr>
        <p:spPr>
          <a:xfrm>
            <a:off x="10001250" y="8048625"/>
            <a:ext cx="71437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ؤشرات">
  <p:cSld name="مؤشرات">
    <p:bg>
      <p:bgPr>
        <a:solidFill>
          <a:srgbClr val="12183F"/>
        </a:solidFill>
      </p:bgPr>
    </p:bg>
    <p:spTree>
      <p:nvGrpSpPr>
        <p:cNvPr id="100" name="Shape 100"/>
        <p:cNvGrpSpPr/>
        <p:nvPr/>
      </p:nvGrpSpPr>
      <p:grpSpPr>
        <a:xfrm>
          <a:off x="0" y="0"/>
          <a:ext cx="0" cy="0"/>
          <a:chOff x="0" y="0"/>
          <a:chExt cx="0" cy="0"/>
        </a:xfrm>
      </p:grpSpPr>
      <p:pic>
        <p:nvPicPr>
          <p:cNvPr id="101" name="Google Shape;101;p41"/>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02" name="Google Shape;102;p41"/>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03" name="Google Shape;103;p41"/>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4" name="Google Shape;104;p41"/>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5" name="Google Shape;105;p41"/>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6" name="Google Shape;106;p4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07" name="Google Shape;107;p4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08" name="Google Shape;108;p41"/>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9" name="Google Shape;109;p41"/>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0" name="Google Shape;110;p41"/>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1" name="Google Shape;111;p41"/>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2" name="Google Shape;112;p41"/>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3" name="Google Shape;113;p41"/>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4" name="Google Shape;114;p41"/>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5" name="Google Shape;115;p41"/>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6" name="Google Shape;116;p41"/>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7" name="Google Shape;117;p41"/>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8" name="Google Shape;118;p41"/>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9" name="Google Shape;119;p41"/>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0" name="Google Shape;120;p41"/>
          <p:cNvSpPr txBox="1"/>
          <p:nvPr>
            <p:ph idx="18" type="body"/>
          </p:nvPr>
        </p:nvSpPr>
        <p:spPr>
          <a:xfrm>
            <a:off x="1714500" y="8763000"/>
            <a:ext cx="15430500" cy="476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رسالة رئيسية">
  <p:cSld name="رسالة رئيسية">
    <p:bg>
      <p:bgPr>
        <a:solidFill>
          <a:srgbClr val="F2F4FF"/>
        </a:solidFill>
      </p:bgPr>
    </p:bg>
    <p:spTree>
      <p:nvGrpSpPr>
        <p:cNvPr id="121" name="Shape 121"/>
        <p:cNvGrpSpPr/>
        <p:nvPr/>
      </p:nvGrpSpPr>
      <p:grpSpPr>
        <a:xfrm>
          <a:off x="0" y="0"/>
          <a:ext cx="0" cy="0"/>
          <a:chOff x="0" y="0"/>
          <a:chExt cx="0" cy="0"/>
        </a:xfrm>
      </p:grpSpPr>
      <p:pic>
        <p:nvPicPr>
          <p:cNvPr id="122" name="Google Shape;122;p4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23" name="Google Shape;123;p42"/>
          <p:cNvPicPr preferRelativeResize="0"/>
          <p:nvPr/>
        </p:nvPicPr>
        <p:blipFill rotWithShape="1">
          <a:blip r:embed="rId3">
            <a:alphaModFix/>
          </a:blip>
          <a:srcRect b="0" l="0" r="0" t="0"/>
          <a:stretch/>
        </p:blipFill>
        <p:spPr>
          <a:xfrm>
            <a:off x="1069873" y="685800"/>
            <a:ext cx="3994355" cy="1238250"/>
          </a:xfrm>
          <a:prstGeom prst="rect">
            <a:avLst/>
          </a:prstGeom>
          <a:noFill/>
          <a:ln>
            <a:noFill/>
          </a:ln>
        </p:spPr>
      </p:pic>
      <p:sp>
        <p:nvSpPr>
          <p:cNvPr id="124" name="Google Shape;124;p4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25" name="Google Shape;125;p4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26" name="Google Shape;126;p42"/>
          <p:cNvSpPr txBox="1"/>
          <p:nvPr>
            <p:ph type="title"/>
          </p:nvPr>
        </p:nvSpPr>
        <p:spPr>
          <a:xfrm>
            <a:off x="2476500" y="3143250"/>
            <a:ext cx="13335000" cy="2952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7" name="Google Shape;127;p42"/>
          <p:cNvSpPr txBox="1"/>
          <p:nvPr>
            <p:ph idx="1" type="body"/>
          </p:nvPr>
        </p:nvSpPr>
        <p:spPr>
          <a:xfrm>
            <a:off x="3333750" y="6905625"/>
            <a:ext cx="1162050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8" name="Google Shape;128;p42"/>
          <p:cNvSpPr txBox="1"/>
          <p:nvPr>
            <p:ph idx="2" type="body"/>
          </p:nvPr>
        </p:nvSpPr>
        <p:spPr>
          <a:xfrm>
            <a:off x="3333750" y="8239125"/>
            <a:ext cx="11620500" cy="523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داكن">
  <p:cSld name="جدول داكن">
    <p:bg>
      <p:bgPr>
        <a:solidFill>
          <a:srgbClr val="12183F"/>
        </a:solidFill>
      </p:bgPr>
    </p:bg>
    <p:spTree>
      <p:nvGrpSpPr>
        <p:cNvPr id="129" name="Shape 129"/>
        <p:cNvGrpSpPr/>
        <p:nvPr/>
      </p:nvGrpSpPr>
      <p:grpSpPr>
        <a:xfrm>
          <a:off x="0" y="0"/>
          <a:ext cx="0" cy="0"/>
          <a:chOff x="0" y="0"/>
          <a:chExt cx="0" cy="0"/>
        </a:xfrm>
      </p:grpSpPr>
      <p:pic>
        <p:nvPicPr>
          <p:cNvPr id="130" name="Google Shape;130;p4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1" name="Google Shape;131;p4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32" name="Google Shape;132;p4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3" name="Google Shape;133;p4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4" name="Google Shape;134;p4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5" name="Google Shape;135;p4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36" name="Google Shape;136;p4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37" name="Google Shape;137;p43"/>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8" name="Google Shape;138;p43"/>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ط زمني">
  <p:cSld name="خط زمني">
    <p:bg>
      <p:bgPr>
        <a:solidFill>
          <a:srgbClr val="12183F"/>
        </a:solidFill>
      </p:bgPr>
    </p:bg>
    <p:spTree>
      <p:nvGrpSpPr>
        <p:cNvPr id="139" name="Shape 139"/>
        <p:cNvGrpSpPr/>
        <p:nvPr/>
      </p:nvGrpSpPr>
      <p:grpSpPr>
        <a:xfrm>
          <a:off x="0" y="0"/>
          <a:ext cx="0" cy="0"/>
          <a:chOff x="0" y="0"/>
          <a:chExt cx="0" cy="0"/>
        </a:xfrm>
      </p:grpSpPr>
      <p:pic>
        <p:nvPicPr>
          <p:cNvPr id="140" name="Google Shape;140;p4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41" name="Google Shape;141;p4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42" name="Google Shape;142;p44"/>
          <p:cNvSpPr/>
          <p:nvPr/>
        </p:nvSpPr>
        <p:spPr>
          <a:xfrm>
            <a:off x="14287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4"/>
          <p:cNvSpPr/>
          <p:nvPr/>
        </p:nvSpPr>
        <p:spPr>
          <a:xfrm>
            <a:off x="111442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4"/>
          <p:cNvSpPr/>
          <p:nvPr/>
        </p:nvSpPr>
        <p:spPr>
          <a:xfrm>
            <a:off x="80010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4"/>
          <p:cNvSpPr/>
          <p:nvPr/>
        </p:nvSpPr>
        <p:spPr>
          <a:xfrm>
            <a:off x="48577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4"/>
          <p:cNvSpPr/>
          <p:nvPr/>
        </p:nvSpPr>
        <p:spPr>
          <a:xfrm>
            <a:off x="1714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8" name="Google Shape;148;p4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9" name="Google Shape;149;p4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0" name="Google Shape;150;p4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51" name="Google Shape;151;p4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52" name="Google Shape;152;p44"/>
          <p:cNvSpPr txBox="1"/>
          <p:nvPr>
            <p:ph idx="3" type="body"/>
          </p:nvPr>
        </p:nvSpPr>
        <p:spPr>
          <a:xfrm>
            <a:off x="14287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3" name="Google Shape;153;p44"/>
          <p:cNvSpPr txBox="1"/>
          <p:nvPr>
            <p:ph idx="4" type="body"/>
          </p:nvPr>
        </p:nvSpPr>
        <p:spPr>
          <a:xfrm>
            <a:off x="14287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4" name="Google Shape;154;p44"/>
          <p:cNvSpPr txBox="1"/>
          <p:nvPr>
            <p:ph idx="5" type="body"/>
          </p:nvPr>
        </p:nvSpPr>
        <p:spPr>
          <a:xfrm>
            <a:off x="14287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5" name="Google Shape;155;p44"/>
          <p:cNvSpPr txBox="1"/>
          <p:nvPr>
            <p:ph idx="6" type="body"/>
          </p:nvPr>
        </p:nvSpPr>
        <p:spPr>
          <a:xfrm>
            <a:off x="14287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6" name="Google Shape;156;p44"/>
          <p:cNvSpPr txBox="1"/>
          <p:nvPr>
            <p:ph idx="7" type="body"/>
          </p:nvPr>
        </p:nvSpPr>
        <p:spPr>
          <a:xfrm>
            <a:off x="111442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7" name="Google Shape;157;p44"/>
          <p:cNvSpPr txBox="1"/>
          <p:nvPr>
            <p:ph idx="8" type="body"/>
          </p:nvPr>
        </p:nvSpPr>
        <p:spPr>
          <a:xfrm>
            <a:off x="111442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8" name="Google Shape;158;p44"/>
          <p:cNvSpPr txBox="1"/>
          <p:nvPr>
            <p:ph idx="9" type="body"/>
          </p:nvPr>
        </p:nvSpPr>
        <p:spPr>
          <a:xfrm>
            <a:off x="111442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9" name="Google Shape;159;p44"/>
          <p:cNvSpPr txBox="1"/>
          <p:nvPr>
            <p:ph idx="13" type="body"/>
          </p:nvPr>
        </p:nvSpPr>
        <p:spPr>
          <a:xfrm>
            <a:off x="111442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0" name="Google Shape;160;p44"/>
          <p:cNvSpPr txBox="1"/>
          <p:nvPr>
            <p:ph idx="14" type="body"/>
          </p:nvPr>
        </p:nvSpPr>
        <p:spPr>
          <a:xfrm>
            <a:off x="80010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1" name="Google Shape;161;p44"/>
          <p:cNvSpPr txBox="1"/>
          <p:nvPr>
            <p:ph idx="15" type="body"/>
          </p:nvPr>
        </p:nvSpPr>
        <p:spPr>
          <a:xfrm>
            <a:off x="80010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2" name="Google Shape;162;p44"/>
          <p:cNvSpPr txBox="1"/>
          <p:nvPr>
            <p:ph idx="16" type="body"/>
          </p:nvPr>
        </p:nvSpPr>
        <p:spPr>
          <a:xfrm>
            <a:off x="80010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3" name="Google Shape;163;p44"/>
          <p:cNvSpPr txBox="1"/>
          <p:nvPr>
            <p:ph idx="17" type="body"/>
          </p:nvPr>
        </p:nvSpPr>
        <p:spPr>
          <a:xfrm>
            <a:off x="80010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4" name="Google Shape;164;p44"/>
          <p:cNvSpPr txBox="1"/>
          <p:nvPr>
            <p:ph idx="18" type="body"/>
          </p:nvPr>
        </p:nvSpPr>
        <p:spPr>
          <a:xfrm>
            <a:off x="48577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5" name="Google Shape;165;p44"/>
          <p:cNvSpPr txBox="1"/>
          <p:nvPr>
            <p:ph idx="19" type="body"/>
          </p:nvPr>
        </p:nvSpPr>
        <p:spPr>
          <a:xfrm>
            <a:off x="48577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6" name="Google Shape;166;p44"/>
          <p:cNvSpPr txBox="1"/>
          <p:nvPr>
            <p:ph idx="20" type="body"/>
          </p:nvPr>
        </p:nvSpPr>
        <p:spPr>
          <a:xfrm>
            <a:off x="48577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7" name="Google Shape;167;p44"/>
          <p:cNvSpPr txBox="1"/>
          <p:nvPr>
            <p:ph idx="21" type="body"/>
          </p:nvPr>
        </p:nvSpPr>
        <p:spPr>
          <a:xfrm>
            <a:off x="48577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8" name="Google Shape;168;p44"/>
          <p:cNvSpPr txBox="1"/>
          <p:nvPr>
            <p:ph idx="22" type="body"/>
          </p:nvPr>
        </p:nvSpPr>
        <p:spPr>
          <a:xfrm>
            <a:off x="1714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9" name="Google Shape;169;p44"/>
          <p:cNvSpPr txBox="1"/>
          <p:nvPr>
            <p:ph idx="23" type="body"/>
          </p:nvPr>
        </p:nvSpPr>
        <p:spPr>
          <a:xfrm>
            <a:off x="1714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0" name="Google Shape;170;p44"/>
          <p:cNvSpPr txBox="1"/>
          <p:nvPr>
            <p:ph idx="24" type="body"/>
          </p:nvPr>
        </p:nvSpPr>
        <p:spPr>
          <a:xfrm>
            <a:off x="1714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1" name="Google Shape;171;p44"/>
          <p:cNvSpPr txBox="1"/>
          <p:nvPr>
            <p:ph idx="25" type="body"/>
          </p:nvPr>
        </p:nvSpPr>
        <p:spPr>
          <a:xfrm>
            <a:off x="1714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ريق العمل">
  <p:cSld name="فريق العمل">
    <p:bg>
      <p:bgPr>
        <a:solidFill>
          <a:srgbClr val="12183F"/>
        </a:solidFill>
      </p:bgPr>
    </p:bg>
    <p:spTree>
      <p:nvGrpSpPr>
        <p:cNvPr id="172" name="Shape 172"/>
        <p:cNvGrpSpPr/>
        <p:nvPr/>
      </p:nvGrpSpPr>
      <p:grpSpPr>
        <a:xfrm>
          <a:off x="0" y="0"/>
          <a:ext cx="0" cy="0"/>
          <a:chOff x="0" y="0"/>
          <a:chExt cx="0" cy="0"/>
        </a:xfrm>
      </p:grpSpPr>
      <p:pic>
        <p:nvPicPr>
          <p:cNvPr id="173" name="Google Shape;173;p4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74" name="Google Shape;174;p4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75" name="Google Shape;175;p4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6" name="Google Shape;176;p4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7" name="Google Shape;177;p45"/>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8" name="Google Shape;178;p4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79" name="Google Shape;179;p4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80" name="Google Shape;180;p45"/>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1" name="Google Shape;181;p45"/>
          <p:cNvSpPr txBox="1"/>
          <p:nvPr>
            <p:ph idx="4" type="body"/>
          </p:nvPr>
        </p:nvSpPr>
        <p:spPr>
          <a:xfrm>
            <a:off x="13716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2" name="Google Shape;182;p45"/>
          <p:cNvSpPr txBox="1"/>
          <p:nvPr>
            <p:ph idx="5" type="body"/>
          </p:nvPr>
        </p:nvSpPr>
        <p:spPr>
          <a:xfrm>
            <a:off x="13716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3" name="Google Shape;183;p45"/>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4" name="Google Shape;184;p45"/>
          <p:cNvSpPr txBox="1"/>
          <p:nvPr>
            <p:ph idx="7" type="body"/>
          </p:nvPr>
        </p:nvSpPr>
        <p:spPr>
          <a:xfrm>
            <a:off x="9715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5" name="Google Shape;185;p45"/>
          <p:cNvSpPr txBox="1"/>
          <p:nvPr>
            <p:ph idx="8" type="body"/>
          </p:nvPr>
        </p:nvSpPr>
        <p:spPr>
          <a:xfrm>
            <a:off x="9715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6" name="Google Shape;186;p45"/>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7" name="Google Shape;187;p45"/>
          <p:cNvSpPr txBox="1"/>
          <p:nvPr>
            <p:ph idx="13" type="body"/>
          </p:nvPr>
        </p:nvSpPr>
        <p:spPr>
          <a:xfrm>
            <a:off x="5715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8" name="Google Shape;188;p45"/>
          <p:cNvSpPr txBox="1"/>
          <p:nvPr>
            <p:ph idx="14" type="body"/>
          </p:nvPr>
        </p:nvSpPr>
        <p:spPr>
          <a:xfrm>
            <a:off x="5715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9" name="Google Shape;189;p45"/>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90" name="Google Shape;190;p45"/>
          <p:cNvSpPr txBox="1"/>
          <p:nvPr>
            <p:ph idx="16" type="body"/>
          </p:nvPr>
        </p:nvSpPr>
        <p:spPr>
          <a:xfrm>
            <a:off x="1714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1" name="Google Shape;191;p45"/>
          <p:cNvSpPr txBox="1"/>
          <p:nvPr>
            <p:ph idx="17" type="body"/>
          </p:nvPr>
        </p:nvSpPr>
        <p:spPr>
          <a:xfrm>
            <a:off x="1714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فاتحة">
  <p:cSld name="أربع نقاط فاتحة">
    <p:bg>
      <p:bgPr>
        <a:solidFill>
          <a:srgbClr val="F2F4FF"/>
        </a:solidFill>
      </p:bgPr>
    </p:bg>
    <p:spTree>
      <p:nvGrpSpPr>
        <p:cNvPr id="192" name="Shape 192"/>
        <p:cNvGrpSpPr/>
        <p:nvPr/>
      </p:nvGrpSpPr>
      <p:grpSpPr>
        <a:xfrm>
          <a:off x="0" y="0"/>
          <a:ext cx="0" cy="0"/>
          <a:chOff x="0" y="0"/>
          <a:chExt cx="0" cy="0"/>
        </a:xfrm>
      </p:grpSpPr>
      <p:pic>
        <p:nvPicPr>
          <p:cNvPr id="193" name="Google Shape;193;p4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94" name="Google Shape;194;p46"/>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195" name="Google Shape;195;p46"/>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6" name="Google Shape;196;p46"/>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7" name="Google Shape;197;p46"/>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8" name="Google Shape;198;p4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99" name="Google Shape;199;p4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00" name="Google Shape;200;p46"/>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1" name="Google Shape;201;p46"/>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2" name="Google Shape;202;p46"/>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3" name="Google Shape;203;p46"/>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4" name="Google Shape;204;p46"/>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5" name="Google Shape;205;p46"/>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6" name="Google Shape;206;p46"/>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7" name="Google Shape;207;p46"/>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فاتح">
  <p:cSld name="جدول فاتح">
    <p:bg>
      <p:bgPr>
        <a:solidFill>
          <a:srgbClr val="F2F4FF"/>
        </a:solidFill>
      </p:bgPr>
    </p:bg>
    <p:spTree>
      <p:nvGrpSpPr>
        <p:cNvPr id="208" name="Shape 208"/>
        <p:cNvGrpSpPr/>
        <p:nvPr/>
      </p:nvGrpSpPr>
      <p:grpSpPr>
        <a:xfrm>
          <a:off x="0" y="0"/>
          <a:ext cx="0" cy="0"/>
          <a:chOff x="0" y="0"/>
          <a:chExt cx="0" cy="0"/>
        </a:xfrm>
      </p:grpSpPr>
      <p:pic>
        <p:nvPicPr>
          <p:cNvPr id="209" name="Google Shape;209;p4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10" name="Google Shape;210;p47"/>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211" name="Google Shape;211;p4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2" name="Google Shape;212;p4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3" name="Google Shape;213;p4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4" name="Google Shape;214;p4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215" name="Google Shape;215;p4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16" name="Google Shape;216;p47"/>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7" name="Google Shape;217;p47"/>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بالأعمدة">
  <p:cSld name="مقارنة بالأعمدة">
    <p:bg>
      <p:bgPr>
        <a:solidFill>
          <a:srgbClr val="12183F"/>
        </a:solidFill>
      </p:bgPr>
    </p:bg>
    <p:spTree>
      <p:nvGrpSpPr>
        <p:cNvPr id="218" name="Shape 218"/>
        <p:cNvGrpSpPr/>
        <p:nvPr/>
      </p:nvGrpSpPr>
      <p:grpSpPr>
        <a:xfrm>
          <a:off x="0" y="0"/>
          <a:ext cx="0" cy="0"/>
          <a:chOff x="0" y="0"/>
          <a:chExt cx="0" cy="0"/>
        </a:xfrm>
      </p:grpSpPr>
      <p:pic>
        <p:nvPicPr>
          <p:cNvPr id="219" name="Google Shape;219;p4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0" name="Google Shape;220;p4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21" name="Google Shape;221;p4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2" name="Google Shape;222;p4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3" name="Google Shape;223;p48"/>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4" name="Google Shape;224;p4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25" name="Google Shape;225;p4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26" name="Google Shape;226;p48"/>
          <p:cNvSpPr txBox="1"/>
          <p:nvPr>
            <p:ph idx="3" type="body"/>
          </p:nvPr>
        </p:nvSpPr>
        <p:spPr>
          <a:xfrm>
            <a:off x="2095500" y="8905875"/>
            <a:ext cx="1419225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7" name="Google Shape;227;p48"/>
          <p:cNvSpPr/>
          <p:nvPr>
            <p:ph idx="4" type="chart"/>
          </p:nvPr>
        </p:nvSpPr>
        <p:spPr>
          <a:xfrm>
            <a:off x="2095500" y="3905250"/>
            <a:ext cx="14192250" cy="4857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توزيع نسبي">
  <p:cSld name="توزيع نسبي">
    <p:bg>
      <p:bgPr>
        <a:solidFill>
          <a:srgbClr val="12183F"/>
        </a:solidFill>
      </p:bgPr>
    </p:bg>
    <p:spTree>
      <p:nvGrpSpPr>
        <p:cNvPr id="228" name="Shape 228"/>
        <p:cNvGrpSpPr/>
        <p:nvPr/>
      </p:nvGrpSpPr>
      <p:grpSpPr>
        <a:xfrm>
          <a:off x="0" y="0"/>
          <a:ext cx="0" cy="0"/>
          <a:chOff x="0" y="0"/>
          <a:chExt cx="0" cy="0"/>
        </a:xfrm>
      </p:grpSpPr>
      <p:pic>
        <p:nvPicPr>
          <p:cNvPr id="229" name="Google Shape;229;p4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30" name="Google Shape;230;p4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1" name="Google Shape;231;p4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2" name="Google Shape;232;p4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3" name="Google Shape;233;p49"/>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4" name="Google Shape;234;p4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35" name="Google Shape;235;p4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36" name="Google Shape;236;p49"/>
          <p:cNvSpPr txBox="1"/>
          <p:nvPr>
            <p:ph idx="3" type="body"/>
          </p:nvPr>
        </p:nvSpPr>
        <p:spPr>
          <a:xfrm>
            <a:off x="1714500" y="890587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7" name="Google Shape;237;p49"/>
          <p:cNvSpPr/>
          <p:nvPr>
            <p:ph idx="4" type="chart"/>
          </p:nvPr>
        </p:nvSpPr>
        <p:spPr>
          <a:xfrm>
            <a:off x="2095500" y="3619500"/>
            <a:ext cx="14097000" cy="5381625"/>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آلية العمل">
  <p:cSld name="آلية العمل">
    <p:bg>
      <p:bgPr>
        <a:solidFill>
          <a:srgbClr val="12183F"/>
        </a:solidFill>
      </p:bgPr>
    </p:bg>
    <p:spTree>
      <p:nvGrpSpPr>
        <p:cNvPr id="238" name="Shape 238"/>
        <p:cNvGrpSpPr/>
        <p:nvPr/>
      </p:nvGrpSpPr>
      <p:grpSpPr>
        <a:xfrm>
          <a:off x="0" y="0"/>
          <a:ext cx="0" cy="0"/>
          <a:chOff x="0" y="0"/>
          <a:chExt cx="0" cy="0"/>
        </a:xfrm>
      </p:grpSpPr>
      <p:pic>
        <p:nvPicPr>
          <p:cNvPr id="239" name="Google Shape;239;p5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40" name="Google Shape;240;p5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41" name="Google Shape;241;p5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2" name="Google Shape;242;p5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3" name="Google Shape;243;p50"/>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4" name="Google Shape;244;p5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45" name="Google Shape;245;p5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46" name="Google Shape;246;p50"/>
          <p:cNvSpPr txBox="1"/>
          <p:nvPr>
            <p:ph idx="3" type="body"/>
          </p:nvPr>
        </p:nvSpPr>
        <p:spPr>
          <a:xfrm>
            <a:off x="13716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7" name="Google Shape;247;p50"/>
          <p:cNvSpPr txBox="1"/>
          <p:nvPr>
            <p:ph idx="4" type="body"/>
          </p:nvPr>
        </p:nvSpPr>
        <p:spPr>
          <a:xfrm>
            <a:off x="9715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8" name="Google Shape;248;p50"/>
          <p:cNvSpPr txBox="1"/>
          <p:nvPr>
            <p:ph idx="5" type="body"/>
          </p:nvPr>
        </p:nvSpPr>
        <p:spPr>
          <a:xfrm>
            <a:off x="5715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9" name="Google Shape;249;p50"/>
          <p:cNvSpPr txBox="1"/>
          <p:nvPr>
            <p:ph idx="6" type="body"/>
          </p:nvPr>
        </p:nvSpPr>
        <p:spPr>
          <a:xfrm>
            <a:off x="1714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صورة كبيرة">
  <p:cSld name="صورة كبيرة">
    <p:bg>
      <p:bgPr>
        <a:solidFill>
          <a:srgbClr val="12183F"/>
        </a:solidFill>
      </p:bgPr>
    </p:bg>
    <p:spTree>
      <p:nvGrpSpPr>
        <p:cNvPr id="250" name="Shape 250"/>
        <p:cNvGrpSpPr/>
        <p:nvPr/>
      </p:nvGrpSpPr>
      <p:grpSpPr>
        <a:xfrm>
          <a:off x="0" y="0"/>
          <a:ext cx="0" cy="0"/>
          <a:chOff x="0" y="0"/>
          <a:chExt cx="0" cy="0"/>
        </a:xfrm>
      </p:grpSpPr>
      <p:pic>
        <p:nvPicPr>
          <p:cNvPr id="251" name="Google Shape;251;p51"/>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252" name="Google Shape;252;p5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53" name="Google Shape;253;p5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54" name="Google Shape;254;p51"/>
          <p:cNvSpPr/>
          <p:nvPr>
            <p:ph idx="2" type="pic"/>
          </p:nvPr>
        </p:nvSpPr>
        <p:spPr>
          <a:xfrm>
            <a:off x="1047750" y="666750"/>
            <a:ext cx="16192500" cy="6953250"/>
          </a:xfrm>
          <a:prstGeom prst="rect">
            <a:avLst/>
          </a:prstGeom>
          <a:solidFill>
            <a:srgbClr val="161D48"/>
          </a:solidFill>
          <a:ln cap="flat" cmpd="sng" w="11425">
            <a:solidFill>
              <a:srgbClr val="4A5590"/>
            </a:solidFill>
            <a:prstDash val="solid"/>
            <a:round/>
            <a:headEnd len="sm" w="sm" type="none"/>
            <a:tailEnd len="sm" w="sm" type="none"/>
          </a:ln>
        </p:spPr>
      </p:sp>
      <p:sp>
        <p:nvSpPr>
          <p:cNvPr id="255" name="Google Shape;255;p51"/>
          <p:cNvSpPr txBox="1"/>
          <p:nvPr>
            <p:ph type="title"/>
          </p:nvPr>
        </p:nvSpPr>
        <p:spPr>
          <a:xfrm>
            <a:off x="2190750" y="7962900"/>
            <a:ext cx="14763750" cy="8382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6" name="Google Shape;256;p51"/>
          <p:cNvSpPr txBox="1"/>
          <p:nvPr>
            <p:ph idx="1" type="body"/>
          </p:nvPr>
        </p:nvSpPr>
        <p:spPr>
          <a:xfrm>
            <a:off x="2190750" y="8896350"/>
            <a:ext cx="14763750" cy="4286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عرض الصور">
  <p:cSld name="معرض الصور">
    <p:bg>
      <p:bgPr>
        <a:solidFill>
          <a:srgbClr val="12183F"/>
        </a:solidFill>
      </p:bgPr>
    </p:bg>
    <p:spTree>
      <p:nvGrpSpPr>
        <p:cNvPr id="257" name="Shape 257"/>
        <p:cNvGrpSpPr/>
        <p:nvPr/>
      </p:nvGrpSpPr>
      <p:grpSpPr>
        <a:xfrm>
          <a:off x="0" y="0"/>
          <a:ext cx="0" cy="0"/>
          <a:chOff x="0" y="0"/>
          <a:chExt cx="0" cy="0"/>
        </a:xfrm>
      </p:grpSpPr>
      <p:pic>
        <p:nvPicPr>
          <p:cNvPr id="258" name="Google Shape;258;p5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59" name="Google Shape;259;p52"/>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60" name="Google Shape;260;p52"/>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1" name="Google Shape;261;p52"/>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2" name="Google Shape;262;p5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3" name="Google Shape;263;p5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64" name="Google Shape;264;p52"/>
          <p:cNvSpPr/>
          <p:nvPr>
            <p:ph idx="2" type="pic"/>
          </p:nvPr>
        </p:nvSpPr>
        <p:spPr>
          <a:xfrm>
            <a:off x="12382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5" name="Google Shape;265;p52"/>
          <p:cNvSpPr txBox="1"/>
          <p:nvPr>
            <p:ph idx="3" type="body"/>
          </p:nvPr>
        </p:nvSpPr>
        <p:spPr>
          <a:xfrm>
            <a:off x="12382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6" name="Google Shape;266;p52"/>
          <p:cNvSpPr/>
          <p:nvPr>
            <p:ph idx="4" type="pic"/>
          </p:nvPr>
        </p:nvSpPr>
        <p:spPr>
          <a:xfrm>
            <a:off x="7048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7" name="Google Shape;267;p52"/>
          <p:cNvSpPr txBox="1"/>
          <p:nvPr>
            <p:ph idx="5" type="body"/>
          </p:nvPr>
        </p:nvSpPr>
        <p:spPr>
          <a:xfrm>
            <a:off x="7048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8" name="Google Shape;268;p52"/>
          <p:cNvSpPr/>
          <p:nvPr>
            <p:ph idx="6" type="pic"/>
          </p:nvPr>
        </p:nvSpPr>
        <p:spPr>
          <a:xfrm>
            <a:off x="1714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9" name="Google Shape;269;p52"/>
          <p:cNvSpPr txBox="1"/>
          <p:nvPr>
            <p:ph idx="7" type="body"/>
          </p:nvPr>
        </p:nvSpPr>
        <p:spPr>
          <a:xfrm>
            <a:off x="1714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يقونات الهوية">
  <p:cSld name="أيقونات الهوية">
    <p:bg>
      <p:bgPr>
        <a:solidFill>
          <a:srgbClr val="12183F"/>
        </a:solidFill>
      </p:bgPr>
    </p:bg>
    <p:spTree>
      <p:nvGrpSpPr>
        <p:cNvPr id="270" name="Shape 270"/>
        <p:cNvGrpSpPr/>
        <p:nvPr/>
      </p:nvGrpSpPr>
      <p:grpSpPr>
        <a:xfrm>
          <a:off x="0" y="0"/>
          <a:ext cx="0" cy="0"/>
          <a:chOff x="0" y="0"/>
          <a:chExt cx="0" cy="0"/>
        </a:xfrm>
      </p:grpSpPr>
      <p:pic>
        <p:nvPicPr>
          <p:cNvPr id="271" name="Google Shape;271;p5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72" name="Google Shape;272;p5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73" name="Google Shape;273;p5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4" name="Google Shape;274;p5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5" name="Google Shape;275;p5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6" name="Google Shape;276;p5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77" name="Google Shape;277;p5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8" name="Google Shape;278;p53"/>
          <p:cNvSpPr txBox="1"/>
          <p:nvPr>
            <p:ph idx="3" type="body"/>
          </p:nvPr>
        </p:nvSpPr>
        <p:spPr>
          <a:xfrm>
            <a:off x="13716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9" name="Google Shape;279;p53"/>
          <p:cNvSpPr txBox="1"/>
          <p:nvPr>
            <p:ph idx="4" type="body"/>
          </p:nvPr>
        </p:nvSpPr>
        <p:spPr>
          <a:xfrm>
            <a:off x="13716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0" name="Google Shape;280;p53"/>
          <p:cNvSpPr txBox="1"/>
          <p:nvPr>
            <p:ph idx="5" type="body"/>
          </p:nvPr>
        </p:nvSpPr>
        <p:spPr>
          <a:xfrm>
            <a:off x="9715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1" name="Google Shape;281;p53"/>
          <p:cNvSpPr txBox="1"/>
          <p:nvPr>
            <p:ph idx="6" type="body"/>
          </p:nvPr>
        </p:nvSpPr>
        <p:spPr>
          <a:xfrm>
            <a:off x="9715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2" name="Google Shape;282;p53"/>
          <p:cNvSpPr txBox="1"/>
          <p:nvPr>
            <p:ph idx="7" type="body"/>
          </p:nvPr>
        </p:nvSpPr>
        <p:spPr>
          <a:xfrm>
            <a:off x="5715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3" name="Google Shape;283;p53"/>
          <p:cNvSpPr txBox="1"/>
          <p:nvPr>
            <p:ph idx="8" type="body"/>
          </p:nvPr>
        </p:nvSpPr>
        <p:spPr>
          <a:xfrm>
            <a:off x="5715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4" name="Google Shape;284;p53"/>
          <p:cNvSpPr txBox="1"/>
          <p:nvPr>
            <p:ph idx="9" type="body"/>
          </p:nvPr>
        </p:nvSpPr>
        <p:spPr>
          <a:xfrm>
            <a:off x="1714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5" name="Google Shape;285;p53"/>
          <p:cNvSpPr txBox="1"/>
          <p:nvPr>
            <p:ph idx="13" type="body"/>
          </p:nvPr>
        </p:nvSpPr>
        <p:spPr>
          <a:xfrm>
            <a:off x="1714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خيارين">
  <p:cSld name="مقارنة خيارين">
    <p:bg>
      <p:bgPr>
        <a:solidFill>
          <a:srgbClr val="12183F"/>
        </a:solidFill>
      </p:bgPr>
    </p:bg>
    <p:spTree>
      <p:nvGrpSpPr>
        <p:cNvPr id="286" name="Shape 286"/>
        <p:cNvGrpSpPr/>
        <p:nvPr/>
      </p:nvGrpSpPr>
      <p:grpSpPr>
        <a:xfrm>
          <a:off x="0" y="0"/>
          <a:ext cx="0" cy="0"/>
          <a:chOff x="0" y="0"/>
          <a:chExt cx="0" cy="0"/>
        </a:xfrm>
      </p:grpSpPr>
      <p:pic>
        <p:nvPicPr>
          <p:cNvPr id="287" name="Google Shape;287;p5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88" name="Google Shape;288;p5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89" name="Google Shape;289;p5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0" name="Google Shape;290;p5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1" name="Google Shape;291;p5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2" name="Google Shape;292;p5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93" name="Google Shape;293;p5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94" name="Google Shape;294;p54"/>
          <p:cNvSpPr txBox="1"/>
          <p:nvPr>
            <p:ph idx="3" type="body"/>
          </p:nvPr>
        </p:nvSpPr>
        <p:spPr>
          <a:xfrm>
            <a:off x="1000125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5" name="Google Shape;295;p54"/>
          <p:cNvSpPr txBox="1"/>
          <p:nvPr>
            <p:ph idx="4" type="body"/>
          </p:nvPr>
        </p:nvSpPr>
        <p:spPr>
          <a:xfrm>
            <a:off x="1000125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6" name="Google Shape;296;p54"/>
          <p:cNvSpPr txBox="1"/>
          <p:nvPr>
            <p:ph idx="5" type="body"/>
          </p:nvPr>
        </p:nvSpPr>
        <p:spPr>
          <a:xfrm>
            <a:off x="171450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7" name="Google Shape;297;p54"/>
          <p:cNvSpPr txBox="1"/>
          <p:nvPr>
            <p:ph idx="6" type="body"/>
          </p:nvPr>
        </p:nvSpPr>
        <p:spPr>
          <a:xfrm>
            <a:off x="171450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8" name="Google Shape;298;p54"/>
          <p:cNvSpPr txBox="1"/>
          <p:nvPr>
            <p:ph idx="7" type="body"/>
          </p:nvPr>
        </p:nvSpPr>
        <p:spPr>
          <a:xfrm>
            <a:off x="1000125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9" name="Google Shape;299;p54"/>
          <p:cNvSpPr txBox="1"/>
          <p:nvPr>
            <p:ph idx="8" type="body"/>
          </p:nvPr>
        </p:nvSpPr>
        <p:spPr>
          <a:xfrm>
            <a:off x="171450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داكنة">
  <p:cSld name="فارغة داكنة">
    <p:bg>
      <p:bgPr>
        <a:solidFill>
          <a:srgbClr val="12183F"/>
        </a:solidFill>
      </p:bgPr>
    </p:bg>
    <p:spTree>
      <p:nvGrpSpPr>
        <p:cNvPr id="300" name="Shape 300"/>
        <p:cNvGrpSpPr/>
        <p:nvPr/>
      </p:nvGrpSpPr>
      <p:grpSpPr>
        <a:xfrm>
          <a:off x="0" y="0"/>
          <a:ext cx="0" cy="0"/>
          <a:chOff x="0" y="0"/>
          <a:chExt cx="0" cy="0"/>
        </a:xfrm>
      </p:grpSpPr>
      <p:pic>
        <p:nvPicPr>
          <p:cNvPr id="301" name="Google Shape;301;p5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2" name="Google Shape;302;p55"/>
          <p:cNvPicPr preferRelativeResize="0"/>
          <p:nvPr/>
        </p:nvPicPr>
        <p:blipFill rotWithShape="1">
          <a:blip r:embed="rId3">
            <a:alphaModFix/>
          </a:blip>
          <a:srcRect b="0" l="0" r="0" t="0"/>
          <a:stretch/>
        </p:blipFill>
        <p:spPr>
          <a:xfrm>
            <a:off x="1066800" y="722542"/>
            <a:ext cx="3429000" cy="879016"/>
          </a:xfrm>
          <a:prstGeom prst="rect">
            <a:avLst/>
          </a:prstGeom>
          <a:noFill/>
          <a:ln>
            <a:noFill/>
          </a:ln>
        </p:spPr>
      </p:pic>
      <p:sp>
        <p:nvSpPr>
          <p:cNvPr id="303" name="Google Shape;303;p5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304" name="Google Shape;304;p5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فاتحة">
  <p:cSld name="فارغة فاتحة">
    <p:bg>
      <p:bgPr>
        <a:solidFill>
          <a:srgbClr val="F2F4FF"/>
        </a:solidFill>
      </p:bgPr>
    </p:bg>
    <p:spTree>
      <p:nvGrpSpPr>
        <p:cNvPr id="305" name="Shape 305"/>
        <p:cNvGrpSpPr/>
        <p:nvPr/>
      </p:nvGrpSpPr>
      <p:grpSpPr>
        <a:xfrm>
          <a:off x="0" y="0"/>
          <a:ext cx="0" cy="0"/>
          <a:chOff x="0" y="0"/>
          <a:chExt cx="0" cy="0"/>
        </a:xfrm>
      </p:grpSpPr>
      <p:pic>
        <p:nvPicPr>
          <p:cNvPr id="306" name="Google Shape;306;p5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7" name="Google Shape;307;p56"/>
          <p:cNvPicPr preferRelativeResize="0"/>
          <p:nvPr/>
        </p:nvPicPr>
        <p:blipFill rotWithShape="1">
          <a:blip r:embed="rId3">
            <a:alphaModFix/>
          </a:blip>
          <a:srcRect b="0" l="0" r="0" t="0"/>
          <a:stretch/>
        </p:blipFill>
        <p:spPr>
          <a:xfrm>
            <a:off x="1245010" y="685800"/>
            <a:ext cx="3072581" cy="952500"/>
          </a:xfrm>
          <a:prstGeom prst="rect">
            <a:avLst/>
          </a:prstGeom>
          <a:noFill/>
          <a:ln>
            <a:noFill/>
          </a:ln>
        </p:spPr>
      </p:pic>
      <p:sp>
        <p:nvSpPr>
          <p:cNvPr id="308" name="Google Shape;308;p5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309" name="Google Shape;309;p5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تام العرض">
  <p:cSld name="ختام العرض">
    <p:bg>
      <p:bgPr>
        <a:solidFill>
          <a:srgbClr val="12183F"/>
        </a:solidFill>
      </p:bgPr>
    </p:bg>
    <p:spTree>
      <p:nvGrpSpPr>
        <p:cNvPr id="310" name="Shape 310"/>
        <p:cNvGrpSpPr/>
        <p:nvPr/>
      </p:nvGrpSpPr>
      <p:grpSpPr>
        <a:xfrm>
          <a:off x="0" y="0"/>
          <a:ext cx="0" cy="0"/>
          <a:chOff x="0" y="0"/>
          <a:chExt cx="0" cy="0"/>
        </a:xfrm>
      </p:grpSpPr>
      <p:pic>
        <p:nvPicPr>
          <p:cNvPr id="311" name="Google Shape;311;p5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12" name="Google Shape;312;p57"/>
          <p:cNvPicPr preferRelativeResize="0"/>
          <p:nvPr/>
        </p:nvPicPr>
        <p:blipFill rotWithShape="1">
          <a:blip r:embed="rId3">
            <a:alphaModFix/>
          </a:blip>
          <a:srcRect b="0" l="0" r="0" t="0"/>
          <a:stretch/>
        </p:blipFill>
        <p:spPr>
          <a:xfrm>
            <a:off x="5810250" y="1336151"/>
            <a:ext cx="6667500" cy="1709198"/>
          </a:xfrm>
          <a:prstGeom prst="rect">
            <a:avLst/>
          </a:prstGeom>
          <a:noFill/>
          <a:ln>
            <a:noFill/>
          </a:ln>
        </p:spPr>
      </p:pic>
      <p:pic>
        <p:nvPicPr>
          <p:cNvPr id="313" name="Google Shape;313;p57"/>
          <p:cNvPicPr preferRelativeResize="0"/>
          <p:nvPr/>
        </p:nvPicPr>
        <p:blipFill rotWithShape="1">
          <a:blip r:embed="rId4">
            <a:alphaModFix/>
          </a:blip>
          <a:srcRect b="0" l="0" r="0" t="0"/>
          <a:stretch/>
        </p:blipFill>
        <p:spPr>
          <a:xfrm>
            <a:off x="10669485" y="8524875"/>
            <a:ext cx="3045029" cy="1562100"/>
          </a:xfrm>
          <a:prstGeom prst="rect">
            <a:avLst/>
          </a:prstGeom>
          <a:noFill/>
          <a:ln>
            <a:noFill/>
          </a:ln>
        </p:spPr>
      </p:pic>
      <p:pic>
        <p:nvPicPr>
          <p:cNvPr id="314" name="Google Shape;314;p57"/>
          <p:cNvPicPr preferRelativeResize="0"/>
          <p:nvPr/>
        </p:nvPicPr>
        <p:blipFill rotWithShape="1">
          <a:blip r:embed="rId5">
            <a:alphaModFix/>
          </a:blip>
          <a:srcRect b="16000" l="4300" r="69700" t="16000"/>
          <a:stretch/>
        </p:blipFill>
        <p:spPr>
          <a:xfrm>
            <a:off x="4857750" y="8629650"/>
            <a:ext cx="3810000" cy="1476375"/>
          </a:xfrm>
          <a:prstGeom prst="rect">
            <a:avLst/>
          </a:prstGeom>
          <a:noFill/>
          <a:ln>
            <a:noFill/>
          </a:ln>
        </p:spPr>
      </p:pic>
      <p:sp>
        <p:nvSpPr>
          <p:cNvPr id="315" name="Google Shape;315;p57"/>
          <p:cNvSpPr txBox="1"/>
          <p:nvPr>
            <p:ph type="title"/>
          </p:nvPr>
        </p:nvSpPr>
        <p:spPr>
          <a:xfrm>
            <a:off x="3810000" y="4048125"/>
            <a:ext cx="10668000" cy="1428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6" name="Google Shape;316;p57"/>
          <p:cNvSpPr txBox="1"/>
          <p:nvPr>
            <p:ph idx="1" type="body"/>
          </p:nvPr>
        </p:nvSpPr>
        <p:spPr>
          <a:xfrm>
            <a:off x="3810000" y="5905500"/>
            <a:ext cx="1066800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7" name="Google Shape;317;p57"/>
          <p:cNvSpPr txBox="1"/>
          <p:nvPr>
            <p:ph idx="2" type="body"/>
          </p:nvPr>
        </p:nvSpPr>
        <p:spPr>
          <a:xfrm>
            <a:off x="3810000" y="7000875"/>
            <a:ext cx="10668000" cy="666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1.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10.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0.xml"/><Relationship Id="rId3" Type="http://schemas.openxmlformats.org/officeDocument/2006/relationships/image" Target="../media/image7.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2.png"/><Relationship Id="rId9" Type="http://schemas.openxmlformats.org/officeDocument/2006/relationships/image" Target="../media/image19.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5.png"/><Relationship Id="rId8" Type="http://schemas.openxmlformats.org/officeDocument/2006/relationships/image" Target="../media/image22.png"/><Relationship Id="rId10"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322" name="Shape 322"/>
        <p:cNvGrpSpPr/>
        <p:nvPr/>
      </p:nvGrpSpPr>
      <p:grpSpPr>
        <a:xfrm>
          <a:off x="0" y="0"/>
          <a:ext cx="0" cy="0"/>
          <a:chOff x="0" y="0"/>
          <a:chExt cx="0" cy="0"/>
        </a:xfrm>
      </p:grpSpPr>
      <p:pic>
        <p:nvPicPr>
          <p:cNvPr id="323" name="Google Shape;323;p1"/>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324" name="Google Shape;324;p1"/>
          <p:cNvPicPr preferRelativeResize="0"/>
          <p:nvPr/>
        </p:nvPicPr>
        <p:blipFill rotWithShape="1">
          <a:blip r:embed="rId4">
            <a:alphaModFix/>
          </a:blip>
          <a:srcRect b="0" l="0" r="0" t="0"/>
          <a:stretch/>
        </p:blipFill>
        <p:spPr>
          <a:xfrm>
            <a:off x="1078250" y="691134"/>
            <a:ext cx="6572252" cy="1684781"/>
          </a:xfrm>
          <a:prstGeom prst="rect">
            <a:avLst/>
          </a:prstGeom>
          <a:noFill/>
          <a:ln>
            <a:noFill/>
          </a:ln>
        </p:spPr>
      </p:pic>
      <p:pic>
        <p:nvPicPr>
          <p:cNvPr id="325" name="Google Shape;325;p1"/>
          <p:cNvPicPr preferRelativeResize="0"/>
          <p:nvPr/>
        </p:nvPicPr>
        <p:blipFill rotWithShape="1">
          <a:blip r:embed="rId5">
            <a:alphaModFix/>
          </a:blip>
          <a:srcRect b="0" l="0" r="0" t="0"/>
          <a:stretch/>
        </p:blipFill>
        <p:spPr>
          <a:xfrm>
            <a:off x="14938404" y="944646"/>
            <a:ext cx="1891696" cy="1195990"/>
          </a:xfrm>
          <a:prstGeom prst="rect">
            <a:avLst/>
          </a:prstGeom>
          <a:noFill/>
          <a:ln>
            <a:noFill/>
          </a:ln>
        </p:spPr>
      </p:pic>
      <p:pic>
        <p:nvPicPr>
          <p:cNvPr id="326" name="Google Shape;326;p1" title="الصورة الرئيسية.png"/>
          <p:cNvPicPr preferRelativeResize="0"/>
          <p:nvPr/>
        </p:nvPicPr>
        <p:blipFill>
          <a:blip r:embed="rId6">
            <a:alphaModFix/>
          </a:blip>
          <a:stretch>
            <a:fillRect/>
          </a:stretch>
        </p:blipFill>
        <p:spPr>
          <a:xfrm>
            <a:off x="195975" y="1103475"/>
            <a:ext cx="9312476" cy="8603123"/>
          </a:xfrm>
          <a:prstGeom prst="rect">
            <a:avLst/>
          </a:prstGeom>
          <a:noFill/>
          <a:ln>
            <a:noFill/>
          </a:ln>
        </p:spPr>
      </p:pic>
      <p:sp>
        <p:nvSpPr>
          <p:cNvPr id="327" name="Google Shape;327;p1"/>
          <p:cNvSpPr/>
          <p:nvPr/>
        </p:nvSpPr>
        <p:spPr>
          <a:xfrm>
            <a:off x="10969893" y="9120200"/>
            <a:ext cx="5860200" cy="347700"/>
          </a:xfrm>
          <a:prstGeom prst="rect">
            <a:avLst/>
          </a:prstGeom>
          <a:noFill/>
          <a:ln>
            <a:noFill/>
          </a:ln>
        </p:spPr>
        <p:txBody>
          <a:bodyPr anchorCtr="0" anchor="ctr" bIns="25400" lIns="25400" spcFirstLastPara="1" rIns="25400" wrap="square" tIns="25400">
            <a:noAutofit/>
          </a:bodyPr>
          <a:lstStyle/>
          <a:p>
            <a:pPr indent="0" lvl="0" marL="0" marR="0" rtl="1" algn="r">
              <a:lnSpc>
                <a:spcPct val="115000"/>
              </a:lnSpc>
              <a:spcBef>
                <a:spcPts val="0"/>
              </a:spcBef>
              <a:spcAft>
                <a:spcPts val="0"/>
              </a:spcAft>
              <a:buClr>
                <a:srgbClr val="8E99CC"/>
              </a:buClr>
              <a:buSzPts val="1950"/>
              <a:buFont typeface="Readex Pro"/>
              <a:buNone/>
            </a:pPr>
            <a:r>
              <a:rPr lang="ar-SA" sz="1950">
                <a:solidFill>
                  <a:srgbClr val="8E99CC"/>
                </a:solidFill>
                <a:latin typeface="Readex Pro Light"/>
                <a:ea typeface="Readex Pro Light"/>
                <a:cs typeface="Readex Pro Light"/>
                <a:sym typeface="Readex Pro Light"/>
              </a:rPr>
              <a:t>اقرأ الدليل، ثم احذف شرائحه قبل إرسال عرضك.</a:t>
            </a:r>
            <a:endParaRPr sz="1950">
              <a:solidFill>
                <a:srgbClr val="8E99CC"/>
              </a:solidFill>
              <a:latin typeface="Readex Pro Light"/>
              <a:ea typeface="Readex Pro Light"/>
              <a:cs typeface="Readex Pro Light"/>
              <a:sym typeface="Readex Pro Light"/>
            </a:endParaRPr>
          </a:p>
        </p:txBody>
      </p:sp>
      <p:sp>
        <p:nvSpPr>
          <p:cNvPr id="328" name="Google Shape;328;p1"/>
          <p:cNvSpPr/>
          <p:nvPr/>
        </p:nvSpPr>
        <p:spPr>
          <a:xfrm>
            <a:off x="1143000" y="8843963"/>
            <a:ext cx="16002000" cy="9600"/>
          </a:xfrm>
          <a:prstGeom prst="rect">
            <a:avLst/>
          </a:prstGeom>
          <a:solidFill>
            <a:srgbClr val="FFFFFF">
              <a:alpha val="12160"/>
            </a:srgbClr>
          </a:solidFill>
          <a:ln>
            <a:noFill/>
          </a:ln>
        </p:spPr>
        <p:txBody>
          <a:bodyPr anchorCtr="0" anchor="ctr" bIns="91425" lIns="91425" spcFirstLastPara="1" rIns="91425" wrap="square" tIns="91425">
            <a:noAutofit/>
          </a:bodyPr>
          <a:lstStyle/>
          <a:p>
            <a:pPr indent="0" lvl="0" marL="0" rtl="1" algn="r">
              <a:lnSpc>
                <a:spcPct val="115000"/>
              </a:lnSpc>
              <a:spcBef>
                <a:spcPts val="0"/>
              </a:spcBef>
              <a:spcAft>
                <a:spcPts val="0"/>
              </a:spcAft>
              <a:buNone/>
            </a:pPr>
            <a:r>
              <a:t/>
            </a:r>
            <a:endParaRPr/>
          </a:p>
        </p:txBody>
      </p:sp>
      <p:sp>
        <p:nvSpPr>
          <p:cNvPr id="329" name="Google Shape;329;p1"/>
          <p:cNvSpPr/>
          <p:nvPr/>
        </p:nvSpPr>
        <p:spPr>
          <a:xfrm>
            <a:off x="7696200" y="3429000"/>
            <a:ext cx="9144000" cy="15240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5850">
                <a:solidFill>
                  <a:srgbClr val="F2F4FF"/>
                </a:solidFill>
                <a:latin typeface="Readex Pro"/>
                <a:ea typeface="Readex Pro"/>
                <a:cs typeface="Readex Pro"/>
                <a:sym typeface="Readex Pro"/>
              </a:rPr>
              <a:t>قالب عروض المشاركين</a:t>
            </a:r>
            <a:endParaRPr/>
          </a:p>
        </p:txBody>
      </p:sp>
      <p:sp>
        <p:nvSpPr>
          <p:cNvPr id="330" name="Google Shape;330;p1"/>
          <p:cNvSpPr/>
          <p:nvPr/>
        </p:nvSpPr>
        <p:spPr>
          <a:xfrm>
            <a:off x="7696200" y="5191125"/>
            <a:ext cx="9144000" cy="904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3150">
                <a:solidFill>
                  <a:srgbClr val="2EF2C2"/>
                </a:solidFill>
                <a:latin typeface="Readex Pro"/>
                <a:ea typeface="Readex Pro"/>
                <a:cs typeface="Readex Pro"/>
                <a:sym typeface="Readex Pro"/>
              </a:rPr>
              <a:t>دليل الاستخدام والنماذج الجاهزة</a:t>
            </a:r>
            <a:endParaRPr/>
          </a:p>
        </p:txBody>
      </p:sp>
      <p:sp>
        <p:nvSpPr>
          <p:cNvPr id="331" name="Google Shape;331;p1"/>
          <p:cNvSpPr/>
          <p:nvPr/>
        </p:nvSpPr>
        <p:spPr>
          <a:xfrm>
            <a:off x="10874775" y="6619875"/>
            <a:ext cx="5965500" cy="12702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None/>
            </a:pPr>
            <a:r>
              <a:rPr b="0" lang="ar-SA" sz="2700">
                <a:solidFill>
                  <a:srgbClr val="CBCFE6"/>
                </a:solidFill>
                <a:latin typeface="Readex Pro"/>
                <a:ea typeface="Readex Pro"/>
                <a:cs typeface="Readex Pro"/>
                <a:sym typeface="Readex Pro"/>
              </a:rPr>
              <a:t>تحدي الذكاء الاصطناعي</a:t>
            </a:r>
            <a:endParaRPr/>
          </a:p>
          <a:p>
            <a:pPr indent="0" lvl="0" marL="0" marR="0" rtl="1" algn="r">
              <a:lnSpc>
                <a:spcPct val="115000"/>
              </a:lnSpc>
              <a:spcBef>
                <a:spcPts val="0"/>
              </a:spcBef>
              <a:spcAft>
                <a:spcPts val="0"/>
              </a:spcAft>
              <a:buNone/>
            </a:pPr>
            <a:r>
              <a:rPr b="0" lang="ar-SA" sz="2700">
                <a:solidFill>
                  <a:srgbClr val="CBCFE6"/>
                </a:solidFill>
                <a:latin typeface="Readex Pro"/>
                <a:ea typeface="Readex Pro"/>
                <a:cs typeface="Readex Pro"/>
                <a:sym typeface="Readex Pro"/>
              </a:rPr>
              <a:t>في خدمة المحتوى الإسلامي</a:t>
            </a:r>
            <a:endParaRPr/>
          </a:p>
        </p:txBody>
      </p:sp>
      <p:pic>
        <p:nvPicPr>
          <p:cNvPr id="332" name="Google Shape;332;p1" title="شعار عام الذكاء الاصطناعي.png"/>
          <p:cNvPicPr preferRelativeResize="0"/>
          <p:nvPr/>
        </p:nvPicPr>
        <p:blipFill>
          <a:blip r:embed="rId7">
            <a:alphaModFix/>
          </a:blip>
          <a:stretch>
            <a:fillRect/>
          </a:stretch>
        </p:blipFill>
        <p:spPr>
          <a:xfrm>
            <a:off x="11817050" y="746025"/>
            <a:ext cx="2908672" cy="17085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337" name="Shape 337"/>
        <p:cNvGrpSpPr/>
        <p:nvPr/>
      </p:nvGrpSpPr>
      <p:grpSpPr>
        <a:xfrm>
          <a:off x="0" y="0"/>
          <a:ext cx="0" cy="0"/>
          <a:chOff x="0" y="0"/>
          <a:chExt cx="0" cy="0"/>
        </a:xfrm>
      </p:grpSpPr>
      <p:pic>
        <p:nvPicPr>
          <p:cNvPr id="338" name="Google Shape;338;p2"/>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339" name="Google Shape;339;p2"/>
          <p:cNvPicPr preferRelativeResize="0"/>
          <p:nvPr/>
        </p:nvPicPr>
        <p:blipFill rotWithShape="1">
          <a:blip r:embed="rId4">
            <a:alphaModFix/>
          </a:blip>
          <a:srcRect b="0" l="0" r="0" t="0"/>
          <a:stretch/>
        </p:blipFill>
        <p:spPr>
          <a:xfrm>
            <a:off x="1066800" y="693967"/>
            <a:ext cx="3429000" cy="879016"/>
          </a:xfrm>
          <a:prstGeom prst="rect">
            <a:avLst/>
          </a:prstGeom>
          <a:noFill/>
          <a:ln>
            <a:noFill/>
          </a:ln>
        </p:spPr>
      </p:pic>
      <p:sp>
        <p:nvSpPr>
          <p:cNvPr id="340" name="Google Shape;340;p2"/>
          <p:cNvSpPr/>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800">
                <a:solidFill>
                  <a:srgbClr val="2EF2C2"/>
                </a:solidFill>
                <a:latin typeface="Readex Pro"/>
                <a:ea typeface="Readex Pro"/>
                <a:cs typeface="Readex Pro"/>
                <a:sym typeface="Readex Pro"/>
              </a:rPr>
              <a:t>دليل الاستخدام</a:t>
            </a:r>
            <a:endParaRPr/>
          </a:p>
        </p:txBody>
      </p:sp>
      <p:sp>
        <p:nvSpPr>
          <p:cNvPr id="341" name="Google Shape;341;p2"/>
          <p:cNvSpPr/>
          <p:nvPr/>
        </p:nvSpPr>
        <p:spPr>
          <a:xfrm>
            <a:off x="9793075" y="1809750"/>
            <a:ext cx="7047000" cy="800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4500">
                <a:solidFill>
                  <a:srgbClr val="F2F4FF"/>
                </a:solidFill>
                <a:latin typeface="Readex Pro"/>
                <a:ea typeface="Readex Pro"/>
                <a:cs typeface="Readex Pro"/>
                <a:sym typeface="Readex Pro"/>
              </a:rPr>
              <a:t>طريقة استخدام القالب</a:t>
            </a:r>
            <a:endParaRPr/>
          </a:p>
        </p:txBody>
      </p:sp>
      <p:sp>
        <p:nvSpPr>
          <p:cNvPr id="342" name="Google Shape;342;p2"/>
          <p:cNvSpPr/>
          <p:nvPr/>
        </p:nvSpPr>
        <p:spPr>
          <a:xfrm>
            <a:off x="12481575" y="2857500"/>
            <a:ext cx="43587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CBCFE6"/>
                </a:solidFill>
                <a:latin typeface="Readex Pro"/>
                <a:ea typeface="Readex Pro"/>
                <a:cs typeface="Readex Pro"/>
                <a:sym typeface="Readex Pro"/>
              </a:rPr>
              <a:t>خطوات إعداد نسخة عرضك</a:t>
            </a:r>
            <a:endParaRPr/>
          </a:p>
        </p:txBody>
      </p:sp>
      <p:sp>
        <p:nvSpPr>
          <p:cNvPr id="343" name="Google Shape;343;p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344" name="Google Shape;344;p2"/>
          <p:cNvSpPr/>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ar-SA" sz="1800">
                <a:solidFill>
                  <a:srgbClr val="8E99CC"/>
                </a:solidFill>
                <a:latin typeface="Readex Pro"/>
                <a:ea typeface="Readex Pro"/>
                <a:cs typeface="Readex Pro"/>
                <a:sym typeface="Readex Pro"/>
              </a:rPr>
              <a:t>02</a:t>
            </a:r>
            <a:endParaRPr/>
          </a:p>
        </p:txBody>
      </p:sp>
      <p:sp>
        <p:nvSpPr>
          <p:cNvPr id="345" name="Google Shape;345;p2"/>
          <p:cNvSpPr/>
          <p:nvPr/>
        </p:nvSpPr>
        <p:spPr>
          <a:xfrm>
            <a:off x="16099657" y="3810000"/>
            <a:ext cx="725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2EF2C2"/>
                </a:solidFill>
                <a:latin typeface="Readex Pro"/>
                <a:ea typeface="Readex Pro"/>
                <a:cs typeface="Readex Pro"/>
                <a:sym typeface="Readex Pro"/>
              </a:rPr>
              <a:t>01</a:t>
            </a:r>
            <a:endParaRPr/>
          </a:p>
        </p:txBody>
      </p:sp>
      <p:sp>
        <p:nvSpPr>
          <p:cNvPr id="346" name="Google Shape;346;p2"/>
          <p:cNvSpPr/>
          <p:nvPr/>
        </p:nvSpPr>
        <p:spPr>
          <a:xfrm>
            <a:off x="12699101" y="3810000"/>
            <a:ext cx="30786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F2F4FF"/>
                </a:solidFill>
                <a:latin typeface="Readex Pro"/>
                <a:ea typeface="Readex Pro"/>
                <a:cs typeface="Readex Pro"/>
                <a:sym typeface="Readex Pro"/>
              </a:rPr>
              <a:t>نسخة جديدة</a:t>
            </a:r>
            <a:endParaRPr/>
          </a:p>
        </p:txBody>
      </p:sp>
      <p:sp>
        <p:nvSpPr>
          <p:cNvPr id="347" name="Google Shape;347;p2"/>
          <p:cNvSpPr/>
          <p:nvPr/>
        </p:nvSpPr>
        <p:spPr>
          <a:xfrm>
            <a:off x="4820250" y="385762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CBCFE6"/>
                </a:solidFill>
                <a:latin typeface="Readex Pro"/>
                <a:ea typeface="Readex Pro"/>
                <a:cs typeface="Readex Pro"/>
                <a:sym typeface="Readex Pro"/>
              </a:rPr>
              <a:t>احفظ نسخة باسم المشروع قبل بدء التعديل.</a:t>
            </a:r>
            <a:endParaRPr/>
          </a:p>
        </p:txBody>
      </p:sp>
      <p:sp>
        <p:nvSpPr>
          <p:cNvPr id="348" name="Google Shape;348;p2"/>
          <p:cNvSpPr/>
          <p:nvPr/>
        </p:nvSpPr>
        <p:spPr>
          <a:xfrm>
            <a:off x="16099657" y="5086350"/>
            <a:ext cx="725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2EF2C2"/>
                </a:solidFill>
                <a:latin typeface="Readex Pro"/>
                <a:ea typeface="Readex Pro"/>
                <a:cs typeface="Readex Pro"/>
                <a:sym typeface="Readex Pro"/>
              </a:rPr>
              <a:t>02</a:t>
            </a:r>
            <a:endParaRPr/>
          </a:p>
        </p:txBody>
      </p:sp>
      <p:sp>
        <p:nvSpPr>
          <p:cNvPr id="349" name="Google Shape;349;p2"/>
          <p:cNvSpPr/>
          <p:nvPr/>
        </p:nvSpPr>
        <p:spPr>
          <a:xfrm>
            <a:off x="12699101" y="5086350"/>
            <a:ext cx="30786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F2F4FF"/>
                </a:solidFill>
                <a:latin typeface="Readex Pro"/>
                <a:ea typeface="Readex Pro"/>
                <a:cs typeface="Readex Pro"/>
                <a:sym typeface="Readex Pro"/>
              </a:rPr>
              <a:t>اختيار الشرائح</a:t>
            </a:r>
            <a:endParaRPr/>
          </a:p>
        </p:txBody>
      </p:sp>
      <p:sp>
        <p:nvSpPr>
          <p:cNvPr id="350" name="Google Shape;350;p2"/>
          <p:cNvSpPr/>
          <p:nvPr/>
        </p:nvSpPr>
        <p:spPr>
          <a:xfrm>
            <a:off x="4820250" y="513397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CBCFE6"/>
                </a:solidFill>
                <a:latin typeface="Readex Pro"/>
                <a:ea typeface="Readex Pro"/>
                <a:cs typeface="Readex Pro"/>
                <a:sym typeface="Readex Pro"/>
              </a:rPr>
              <a:t>انسخ النموذج المناسب أو اختره من قائمة «تخطيط».</a:t>
            </a:r>
            <a:endParaRPr/>
          </a:p>
        </p:txBody>
      </p:sp>
      <p:sp>
        <p:nvSpPr>
          <p:cNvPr id="351" name="Google Shape;351;p2"/>
          <p:cNvSpPr/>
          <p:nvPr/>
        </p:nvSpPr>
        <p:spPr>
          <a:xfrm>
            <a:off x="16099657" y="6362700"/>
            <a:ext cx="725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2EF2C2"/>
                </a:solidFill>
                <a:latin typeface="Readex Pro"/>
                <a:ea typeface="Readex Pro"/>
                <a:cs typeface="Readex Pro"/>
                <a:sym typeface="Readex Pro"/>
              </a:rPr>
              <a:t>03</a:t>
            </a:r>
            <a:endParaRPr/>
          </a:p>
        </p:txBody>
      </p:sp>
      <p:sp>
        <p:nvSpPr>
          <p:cNvPr id="352" name="Google Shape;352;p2"/>
          <p:cNvSpPr/>
          <p:nvPr/>
        </p:nvSpPr>
        <p:spPr>
          <a:xfrm>
            <a:off x="12699101" y="6362700"/>
            <a:ext cx="30786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F2F4FF"/>
                </a:solidFill>
                <a:latin typeface="Readex Pro"/>
                <a:ea typeface="Readex Pro"/>
                <a:cs typeface="Readex Pro"/>
                <a:sym typeface="Readex Pro"/>
              </a:rPr>
              <a:t>تعبئة المحتوى</a:t>
            </a:r>
            <a:endParaRPr/>
          </a:p>
        </p:txBody>
      </p:sp>
      <p:sp>
        <p:nvSpPr>
          <p:cNvPr id="353" name="Google Shape;353;p2"/>
          <p:cNvSpPr/>
          <p:nvPr/>
        </p:nvSpPr>
        <p:spPr>
          <a:xfrm>
            <a:off x="4820250" y="641032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CBCFE6"/>
                </a:solidFill>
                <a:latin typeface="Readex Pro"/>
                <a:ea typeface="Readex Pro"/>
                <a:cs typeface="Readex Pro"/>
                <a:sym typeface="Readex Pro"/>
              </a:rPr>
              <a:t>استبدل النصوص الإرشادية وأضف صور مشروعك وبياناته.</a:t>
            </a:r>
            <a:endParaRPr/>
          </a:p>
        </p:txBody>
      </p:sp>
      <p:sp>
        <p:nvSpPr>
          <p:cNvPr id="354" name="Google Shape;354;p2"/>
          <p:cNvSpPr/>
          <p:nvPr/>
        </p:nvSpPr>
        <p:spPr>
          <a:xfrm>
            <a:off x="16099657" y="7639050"/>
            <a:ext cx="725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2EF2C2"/>
                </a:solidFill>
                <a:latin typeface="Readex Pro"/>
                <a:ea typeface="Readex Pro"/>
                <a:cs typeface="Readex Pro"/>
                <a:sym typeface="Readex Pro"/>
              </a:rPr>
              <a:t>04</a:t>
            </a:r>
            <a:endParaRPr/>
          </a:p>
        </p:txBody>
      </p:sp>
      <p:sp>
        <p:nvSpPr>
          <p:cNvPr id="355" name="Google Shape;355;p2"/>
          <p:cNvSpPr/>
          <p:nvPr/>
        </p:nvSpPr>
        <p:spPr>
          <a:xfrm>
            <a:off x="12699101" y="7639050"/>
            <a:ext cx="30786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F2F4FF"/>
                </a:solidFill>
                <a:latin typeface="Readex Pro"/>
                <a:ea typeface="Readex Pro"/>
                <a:cs typeface="Readex Pro"/>
                <a:sym typeface="Readex Pro"/>
              </a:rPr>
              <a:t>التهيئة للإرسال</a:t>
            </a:r>
            <a:endParaRPr/>
          </a:p>
        </p:txBody>
      </p:sp>
      <p:sp>
        <p:nvSpPr>
          <p:cNvPr id="356" name="Google Shape;356;p2"/>
          <p:cNvSpPr/>
          <p:nvPr/>
        </p:nvSpPr>
        <p:spPr>
          <a:xfrm>
            <a:off x="4820250" y="768667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CBCFE6"/>
                </a:solidFill>
                <a:latin typeface="Readex Pro"/>
                <a:ea typeface="Readex Pro"/>
                <a:cs typeface="Readex Pro"/>
                <a:sym typeface="Readex Pro"/>
              </a:rPr>
              <a:t>احذف شرائح الدليل والنماذج غير المستخدمة، ثم راجع العرض.</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F"/>
        </a:solidFill>
      </p:bgPr>
    </p:bg>
    <p:spTree>
      <p:nvGrpSpPr>
        <p:cNvPr id="361" name="Shape 361"/>
        <p:cNvGrpSpPr/>
        <p:nvPr/>
      </p:nvGrpSpPr>
      <p:grpSpPr>
        <a:xfrm>
          <a:off x="0" y="0"/>
          <a:ext cx="0" cy="0"/>
          <a:chOff x="0" y="0"/>
          <a:chExt cx="0" cy="0"/>
        </a:xfrm>
      </p:grpSpPr>
      <p:pic>
        <p:nvPicPr>
          <p:cNvPr id="362" name="Google Shape;362;p3"/>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363" name="Google Shape;363;p3"/>
          <p:cNvPicPr preferRelativeResize="0"/>
          <p:nvPr/>
        </p:nvPicPr>
        <p:blipFill rotWithShape="1">
          <a:blip r:embed="rId4">
            <a:alphaModFix/>
          </a:blip>
          <a:srcRect b="0" l="0" r="0" t="0"/>
          <a:stretch/>
        </p:blipFill>
        <p:spPr>
          <a:xfrm>
            <a:off x="1337187" y="685800"/>
            <a:ext cx="2888226" cy="895350"/>
          </a:xfrm>
          <a:prstGeom prst="rect">
            <a:avLst/>
          </a:prstGeom>
          <a:noFill/>
          <a:ln>
            <a:noFill/>
          </a:ln>
        </p:spPr>
      </p:pic>
      <p:sp>
        <p:nvSpPr>
          <p:cNvPr id="364" name="Google Shape;364;p3"/>
          <p:cNvSpPr/>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800">
                <a:solidFill>
                  <a:srgbClr val="6150EA"/>
                </a:solidFill>
                <a:latin typeface="Readex Pro"/>
                <a:ea typeface="Readex Pro"/>
                <a:cs typeface="Readex Pro"/>
                <a:sym typeface="Readex Pro"/>
              </a:rPr>
              <a:t>دليل الاستخدام</a:t>
            </a:r>
            <a:endParaRPr/>
          </a:p>
        </p:txBody>
      </p:sp>
      <p:sp>
        <p:nvSpPr>
          <p:cNvPr id="365" name="Google Shape;365;p3"/>
          <p:cNvSpPr/>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4500">
                <a:solidFill>
                  <a:srgbClr val="12183F"/>
                </a:solidFill>
                <a:latin typeface="Readex Pro"/>
                <a:ea typeface="Readex Pro"/>
                <a:cs typeface="Readex Pro"/>
                <a:sym typeface="Readex Pro"/>
              </a:rPr>
              <a:t>اختيار النموذج المناسب</a:t>
            </a:r>
            <a:endParaRPr/>
          </a:p>
        </p:txBody>
      </p:sp>
      <p:sp>
        <p:nvSpPr>
          <p:cNvPr id="366" name="Google Shape;366;p3"/>
          <p:cNvSpPr/>
          <p:nvPr/>
        </p:nvSpPr>
        <p:spPr>
          <a:xfrm>
            <a:off x="9516525" y="2857500"/>
            <a:ext cx="7323600" cy="685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اختر التخطيط بحسب المحتوى الذي تريد عرضه</a:t>
            </a:r>
            <a:endParaRPr/>
          </a:p>
        </p:txBody>
      </p:sp>
      <p:sp>
        <p:nvSpPr>
          <p:cNvPr id="367" name="Google Shape;367;p3"/>
          <p:cNvSpPr/>
          <p:nvPr/>
        </p:nvSpPr>
        <p:spPr>
          <a:xfrm>
            <a:off x="11183911" y="9467850"/>
            <a:ext cx="57324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368" name="Google Shape;368;p3"/>
          <p:cNvSpPr/>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ar-SA" sz="1800">
                <a:solidFill>
                  <a:srgbClr val="4A5590"/>
                </a:solidFill>
                <a:latin typeface="Readex Pro"/>
                <a:ea typeface="Readex Pro"/>
                <a:cs typeface="Readex Pro"/>
                <a:sym typeface="Readex Pro"/>
              </a:rPr>
              <a:t>03</a:t>
            </a:r>
            <a:endParaRPr/>
          </a:p>
        </p:txBody>
      </p:sp>
      <p:sp>
        <p:nvSpPr>
          <p:cNvPr id="369" name="Google Shape;369;p3"/>
          <p:cNvSpPr/>
          <p:nvPr/>
        </p:nvSpPr>
        <p:spPr>
          <a:xfrm>
            <a:off x="15982950" y="381000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01</a:t>
            </a:r>
            <a:endParaRPr/>
          </a:p>
        </p:txBody>
      </p:sp>
      <p:sp>
        <p:nvSpPr>
          <p:cNvPr id="370" name="Google Shape;370;p3"/>
          <p:cNvSpPr/>
          <p:nvPr/>
        </p:nvSpPr>
        <p:spPr>
          <a:xfrm>
            <a:off x="8458200" y="381000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فكرة أو شرح</a:t>
            </a:r>
            <a:endParaRPr/>
          </a:p>
        </p:txBody>
      </p:sp>
      <p:sp>
        <p:nvSpPr>
          <p:cNvPr id="371" name="Google Shape;371;p3"/>
          <p:cNvSpPr/>
          <p:nvPr/>
        </p:nvSpPr>
        <p:spPr>
          <a:xfrm>
            <a:off x="1409700" y="385762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نص رئيسي، نقاط داعمة، أو رسالة واحدة بارزة.</a:t>
            </a:r>
            <a:endParaRPr/>
          </a:p>
        </p:txBody>
      </p:sp>
      <p:sp>
        <p:nvSpPr>
          <p:cNvPr id="372" name="Google Shape;372;p3"/>
          <p:cNvSpPr/>
          <p:nvPr/>
        </p:nvSpPr>
        <p:spPr>
          <a:xfrm>
            <a:off x="15982950" y="504825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02</a:t>
            </a:r>
            <a:endParaRPr/>
          </a:p>
        </p:txBody>
      </p:sp>
      <p:sp>
        <p:nvSpPr>
          <p:cNvPr id="373" name="Google Shape;373;p3"/>
          <p:cNvSpPr/>
          <p:nvPr/>
        </p:nvSpPr>
        <p:spPr>
          <a:xfrm>
            <a:off x="8458200" y="504825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صورة أو واجهة</a:t>
            </a:r>
            <a:endParaRPr/>
          </a:p>
        </p:txBody>
      </p:sp>
      <p:sp>
        <p:nvSpPr>
          <p:cNvPr id="374" name="Google Shape;374;p3"/>
          <p:cNvSpPr/>
          <p:nvPr/>
        </p:nvSpPr>
        <p:spPr>
          <a:xfrm>
            <a:off x="1409700" y="509587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صورة مربعة، صورة عريضة، صورة كاملة، أو معرض صور.</a:t>
            </a:r>
            <a:endParaRPr/>
          </a:p>
        </p:txBody>
      </p:sp>
      <p:sp>
        <p:nvSpPr>
          <p:cNvPr id="375" name="Google Shape;375;p3"/>
          <p:cNvSpPr/>
          <p:nvPr/>
        </p:nvSpPr>
        <p:spPr>
          <a:xfrm>
            <a:off x="15982950" y="628650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03</a:t>
            </a:r>
            <a:endParaRPr/>
          </a:p>
        </p:txBody>
      </p:sp>
      <p:sp>
        <p:nvSpPr>
          <p:cNvPr id="376" name="Google Shape;376;p3"/>
          <p:cNvSpPr/>
          <p:nvPr/>
        </p:nvSpPr>
        <p:spPr>
          <a:xfrm>
            <a:off x="8458200" y="628650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بيانات ومقارنة</a:t>
            </a:r>
            <a:endParaRPr/>
          </a:p>
        </p:txBody>
      </p:sp>
      <p:sp>
        <p:nvSpPr>
          <p:cNvPr id="377" name="Google Shape;377;p3"/>
          <p:cNvSpPr/>
          <p:nvPr/>
        </p:nvSpPr>
        <p:spPr>
          <a:xfrm>
            <a:off x="1409700" y="633412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مؤشرات، جدول داكن أو فاتح، أعمدة، أو توزيع نسبي.</a:t>
            </a:r>
            <a:endParaRPr/>
          </a:p>
        </p:txBody>
      </p:sp>
      <p:sp>
        <p:nvSpPr>
          <p:cNvPr id="378" name="Google Shape;378;p3"/>
          <p:cNvSpPr/>
          <p:nvPr/>
        </p:nvSpPr>
        <p:spPr>
          <a:xfrm>
            <a:off x="15982950" y="752475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04</a:t>
            </a:r>
            <a:endParaRPr/>
          </a:p>
        </p:txBody>
      </p:sp>
      <p:sp>
        <p:nvSpPr>
          <p:cNvPr id="379" name="Google Shape;379;p3"/>
          <p:cNvSpPr/>
          <p:nvPr/>
        </p:nvSpPr>
        <p:spPr>
          <a:xfrm>
            <a:off x="8458200" y="752475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مراحل وتنفيذ</a:t>
            </a:r>
            <a:endParaRPr/>
          </a:p>
        </p:txBody>
      </p:sp>
      <p:sp>
        <p:nvSpPr>
          <p:cNvPr id="380" name="Google Shape;380;p3"/>
          <p:cNvSpPr/>
          <p:nvPr/>
        </p:nvSpPr>
        <p:spPr>
          <a:xfrm>
            <a:off x="1409700" y="757237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آلية عمل، خط زمني، أو تعريف بأعضاء الفريق.</a:t>
            </a:r>
            <a:endParaRPr/>
          </a:p>
        </p:txBody>
      </p:sp>
      <p:sp>
        <p:nvSpPr>
          <p:cNvPr id="381" name="Google Shape;381;p3"/>
          <p:cNvSpPr/>
          <p:nvPr/>
        </p:nvSpPr>
        <p:spPr>
          <a:xfrm>
            <a:off x="9147825" y="8953500"/>
            <a:ext cx="7768500" cy="428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100">
                <a:solidFill>
                  <a:srgbClr val="6150EA"/>
                </a:solidFill>
                <a:latin typeface="Readex Pro"/>
                <a:ea typeface="Readex Pro"/>
                <a:cs typeface="Readex Pro"/>
                <a:sym typeface="Readex Pro"/>
              </a:rPr>
              <a:t>للتصميم الخاص: استخدم الشريحة الفارغة الداكنة أو الفاتحة.</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386" name="Shape 386"/>
        <p:cNvGrpSpPr/>
        <p:nvPr/>
      </p:nvGrpSpPr>
      <p:grpSpPr>
        <a:xfrm>
          <a:off x="0" y="0"/>
          <a:ext cx="0" cy="0"/>
          <a:chOff x="0" y="0"/>
          <a:chExt cx="0" cy="0"/>
        </a:xfrm>
      </p:grpSpPr>
      <p:pic>
        <p:nvPicPr>
          <p:cNvPr id="387" name="Google Shape;387;p4"/>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388" name="Google Shape;388;p4"/>
          <p:cNvPicPr preferRelativeResize="0"/>
          <p:nvPr/>
        </p:nvPicPr>
        <p:blipFill rotWithShape="1">
          <a:blip r:embed="rId4">
            <a:alphaModFix/>
          </a:blip>
          <a:srcRect b="0" l="0" r="0" t="0"/>
          <a:stretch/>
        </p:blipFill>
        <p:spPr>
          <a:xfrm>
            <a:off x="1066800" y="693967"/>
            <a:ext cx="3429000" cy="879016"/>
          </a:xfrm>
          <a:prstGeom prst="rect">
            <a:avLst/>
          </a:prstGeom>
          <a:noFill/>
          <a:ln>
            <a:noFill/>
          </a:ln>
        </p:spPr>
      </p:pic>
      <p:sp>
        <p:nvSpPr>
          <p:cNvPr id="389" name="Google Shape;389;p4"/>
          <p:cNvSpPr/>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ar-SA" sz="1800">
                <a:solidFill>
                  <a:srgbClr val="8E99CC"/>
                </a:solidFill>
                <a:latin typeface="Readex Pro"/>
                <a:ea typeface="Readex Pro"/>
                <a:cs typeface="Readex Pro"/>
                <a:sym typeface="Readex Pro"/>
              </a:rPr>
              <a:t>04</a:t>
            </a:r>
            <a:endParaRPr/>
          </a:p>
        </p:txBody>
      </p:sp>
      <p:sp>
        <p:nvSpPr>
          <p:cNvPr id="390" name="Google Shape;390;p4"/>
          <p:cNvSpPr/>
          <p:nvPr/>
        </p:nvSpPr>
        <p:spPr>
          <a:xfrm>
            <a:off x="8790650" y="3943350"/>
            <a:ext cx="952500" cy="762000"/>
          </a:xfrm>
          <a:prstGeom prst="rect">
            <a:avLst/>
          </a:prstGeom>
          <a:solidFill>
            <a:srgbClr val="12183F"/>
          </a:solidFill>
          <a:ln cap="flat" cmpd="sng" w="11425">
            <a:solidFill>
              <a:srgbClr val="F2F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4"/>
          <p:cNvSpPr/>
          <p:nvPr/>
        </p:nvSpPr>
        <p:spPr>
          <a:xfrm>
            <a:off x="4984475" y="3962400"/>
            <a:ext cx="3302400" cy="4764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400">
                <a:solidFill>
                  <a:srgbClr val="F2F4FF"/>
                </a:solidFill>
                <a:latin typeface="Readex Pro"/>
                <a:ea typeface="Readex Pro"/>
                <a:cs typeface="Readex Pro"/>
                <a:sym typeface="Readex Pro"/>
              </a:rPr>
              <a:t>الكحلي</a:t>
            </a:r>
            <a:endParaRPr/>
          </a:p>
        </p:txBody>
      </p:sp>
      <p:sp>
        <p:nvSpPr>
          <p:cNvPr id="392" name="Google Shape;392;p4"/>
          <p:cNvSpPr/>
          <p:nvPr/>
        </p:nvSpPr>
        <p:spPr>
          <a:xfrm>
            <a:off x="4984475" y="4457700"/>
            <a:ext cx="3302400" cy="3810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ar-SA" sz="1875">
                <a:solidFill>
                  <a:srgbClr val="CBCFE6"/>
                </a:solidFill>
                <a:latin typeface="Readex Pro Light"/>
                <a:ea typeface="Readex Pro Light"/>
                <a:cs typeface="Readex Pro Light"/>
                <a:sym typeface="Readex Pro Light"/>
              </a:rPr>
              <a:t>#12183F</a:t>
            </a:r>
            <a:endParaRPr>
              <a:latin typeface="Readex Pro Light"/>
              <a:ea typeface="Readex Pro Light"/>
              <a:cs typeface="Readex Pro Light"/>
              <a:sym typeface="Readex Pro Light"/>
            </a:endParaRPr>
          </a:p>
        </p:txBody>
      </p:sp>
      <p:sp>
        <p:nvSpPr>
          <p:cNvPr id="393" name="Google Shape;393;p4"/>
          <p:cNvSpPr/>
          <p:nvPr/>
        </p:nvSpPr>
        <p:spPr>
          <a:xfrm>
            <a:off x="8790650" y="5143500"/>
            <a:ext cx="952500" cy="762000"/>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4"/>
          <p:cNvSpPr/>
          <p:nvPr/>
        </p:nvSpPr>
        <p:spPr>
          <a:xfrm>
            <a:off x="4984475" y="5162550"/>
            <a:ext cx="3302400" cy="4764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400">
                <a:solidFill>
                  <a:srgbClr val="F2F4FF"/>
                </a:solidFill>
                <a:latin typeface="Readex Pro"/>
                <a:ea typeface="Readex Pro"/>
                <a:cs typeface="Readex Pro"/>
                <a:sym typeface="Readex Pro"/>
              </a:rPr>
              <a:t>البنفسجي</a:t>
            </a:r>
            <a:endParaRPr/>
          </a:p>
        </p:txBody>
      </p:sp>
      <p:sp>
        <p:nvSpPr>
          <p:cNvPr id="395" name="Google Shape;395;p4"/>
          <p:cNvSpPr/>
          <p:nvPr/>
        </p:nvSpPr>
        <p:spPr>
          <a:xfrm>
            <a:off x="4984475" y="5657850"/>
            <a:ext cx="3302400" cy="3810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ar-SA" sz="1875">
                <a:solidFill>
                  <a:srgbClr val="CBCFE6"/>
                </a:solidFill>
                <a:latin typeface="Readex Pro Light"/>
                <a:ea typeface="Readex Pro Light"/>
                <a:cs typeface="Readex Pro Light"/>
                <a:sym typeface="Readex Pro Light"/>
              </a:rPr>
              <a:t>#6150EA</a:t>
            </a:r>
            <a:endParaRPr>
              <a:latin typeface="Readex Pro Light"/>
              <a:ea typeface="Readex Pro Light"/>
              <a:cs typeface="Readex Pro Light"/>
              <a:sym typeface="Readex Pro Light"/>
            </a:endParaRPr>
          </a:p>
        </p:txBody>
      </p:sp>
      <p:sp>
        <p:nvSpPr>
          <p:cNvPr id="396" name="Google Shape;396;p4"/>
          <p:cNvSpPr/>
          <p:nvPr/>
        </p:nvSpPr>
        <p:spPr>
          <a:xfrm>
            <a:off x="8790650" y="6343650"/>
            <a:ext cx="952500" cy="762000"/>
          </a:xfrm>
          <a:prstGeom prst="rect">
            <a:avLst/>
          </a:prstGeom>
          <a:solidFill>
            <a:srgbClr val="2EF2C2"/>
          </a:solidFill>
          <a:ln cap="flat" cmpd="sng" w="11425">
            <a:solidFill>
              <a:srgbClr val="2EF2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4"/>
          <p:cNvSpPr/>
          <p:nvPr/>
        </p:nvSpPr>
        <p:spPr>
          <a:xfrm>
            <a:off x="4984475" y="6362700"/>
            <a:ext cx="3302400" cy="4764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400">
                <a:solidFill>
                  <a:srgbClr val="F2F4FF"/>
                </a:solidFill>
                <a:latin typeface="Readex Pro"/>
                <a:ea typeface="Readex Pro"/>
                <a:cs typeface="Readex Pro"/>
                <a:sym typeface="Readex Pro"/>
              </a:rPr>
              <a:t>التركواز</a:t>
            </a:r>
            <a:endParaRPr/>
          </a:p>
        </p:txBody>
      </p:sp>
      <p:sp>
        <p:nvSpPr>
          <p:cNvPr id="398" name="Google Shape;398;p4"/>
          <p:cNvSpPr/>
          <p:nvPr/>
        </p:nvSpPr>
        <p:spPr>
          <a:xfrm>
            <a:off x="4984475" y="6858000"/>
            <a:ext cx="3302400" cy="3810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ar-SA" sz="1875">
                <a:solidFill>
                  <a:srgbClr val="CBCFE6"/>
                </a:solidFill>
                <a:latin typeface="Readex Pro Light"/>
                <a:ea typeface="Readex Pro Light"/>
                <a:cs typeface="Readex Pro Light"/>
                <a:sym typeface="Readex Pro Light"/>
              </a:rPr>
              <a:t>#2EF2C2</a:t>
            </a:r>
            <a:endParaRPr>
              <a:latin typeface="Readex Pro Light"/>
              <a:ea typeface="Readex Pro Light"/>
              <a:cs typeface="Readex Pro Light"/>
              <a:sym typeface="Readex Pro Light"/>
            </a:endParaRPr>
          </a:p>
        </p:txBody>
      </p:sp>
      <p:sp>
        <p:nvSpPr>
          <p:cNvPr id="399" name="Google Shape;399;p4"/>
          <p:cNvSpPr/>
          <p:nvPr/>
        </p:nvSpPr>
        <p:spPr>
          <a:xfrm>
            <a:off x="8790650" y="7543800"/>
            <a:ext cx="952500" cy="762000"/>
          </a:xfrm>
          <a:prstGeom prst="rect">
            <a:avLst/>
          </a:prstGeom>
          <a:solidFill>
            <a:srgbClr val="F2F4FF"/>
          </a:solidFill>
          <a:ln cap="flat" cmpd="sng" w="11425">
            <a:solidFill>
              <a:srgbClr val="F2F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4"/>
          <p:cNvSpPr/>
          <p:nvPr/>
        </p:nvSpPr>
        <p:spPr>
          <a:xfrm>
            <a:off x="4984475" y="7562850"/>
            <a:ext cx="3302400" cy="4764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400">
                <a:solidFill>
                  <a:srgbClr val="F2F4FF"/>
                </a:solidFill>
                <a:latin typeface="Readex Pro"/>
                <a:ea typeface="Readex Pro"/>
                <a:cs typeface="Readex Pro"/>
                <a:sym typeface="Readex Pro"/>
              </a:rPr>
              <a:t>الأبيض المائل للأزرق</a:t>
            </a:r>
            <a:endParaRPr/>
          </a:p>
        </p:txBody>
      </p:sp>
      <p:sp>
        <p:nvSpPr>
          <p:cNvPr id="401" name="Google Shape;401;p4"/>
          <p:cNvSpPr/>
          <p:nvPr/>
        </p:nvSpPr>
        <p:spPr>
          <a:xfrm>
            <a:off x="4984475" y="8058150"/>
            <a:ext cx="3302400" cy="3810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ar-SA" sz="1875">
                <a:solidFill>
                  <a:srgbClr val="CBCFE6"/>
                </a:solidFill>
                <a:latin typeface="Readex Pro Light"/>
                <a:ea typeface="Readex Pro Light"/>
                <a:cs typeface="Readex Pro Light"/>
                <a:sym typeface="Readex Pro Light"/>
              </a:rPr>
              <a:t>#F2F4FF</a:t>
            </a:r>
            <a:endParaRPr>
              <a:latin typeface="Readex Pro Light"/>
              <a:ea typeface="Readex Pro Light"/>
              <a:cs typeface="Readex Pro Light"/>
              <a:sym typeface="Readex Pro Light"/>
            </a:endParaRPr>
          </a:p>
        </p:txBody>
      </p:sp>
      <p:sp>
        <p:nvSpPr>
          <p:cNvPr id="402" name="Google Shape;402;p4"/>
          <p:cNvSpPr/>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800">
                <a:solidFill>
                  <a:srgbClr val="2EF2C2"/>
                </a:solidFill>
                <a:latin typeface="Readex Pro"/>
                <a:ea typeface="Readex Pro"/>
                <a:cs typeface="Readex Pro"/>
                <a:sym typeface="Readex Pro"/>
              </a:rPr>
              <a:t>دليل الاستخدام</a:t>
            </a:r>
            <a:endParaRPr/>
          </a:p>
        </p:txBody>
      </p:sp>
      <p:sp>
        <p:nvSpPr>
          <p:cNvPr id="403" name="Google Shape;403;p4"/>
          <p:cNvSpPr/>
          <p:nvPr/>
        </p:nvSpPr>
        <p:spPr>
          <a:xfrm>
            <a:off x="9791700" y="1809750"/>
            <a:ext cx="7048500" cy="952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4500">
                <a:solidFill>
                  <a:srgbClr val="F2F4FF"/>
                </a:solidFill>
                <a:latin typeface="Readex Pro"/>
                <a:ea typeface="Readex Pro"/>
                <a:cs typeface="Readex Pro"/>
                <a:sym typeface="Readex Pro"/>
              </a:rPr>
              <a:t>الخط والألوان</a:t>
            </a:r>
            <a:endParaRPr/>
          </a:p>
        </p:txBody>
      </p:sp>
      <p:sp>
        <p:nvSpPr>
          <p:cNvPr id="404" name="Google Shape;404;p4"/>
          <p:cNvSpPr/>
          <p:nvPr/>
        </p:nvSpPr>
        <p:spPr>
          <a:xfrm>
            <a:off x="9791700" y="2857500"/>
            <a:ext cx="7048500" cy="685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CBCFE6"/>
                </a:solidFill>
                <a:latin typeface="Readex Pro"/>
                <a:ea typeface="Readex Pro"/>
                <a:cs typeface="Readex Pro"/>
                <a:sym typeface="Readex Pro"/>
              </a:rPr>
              <a:t>مقاسات وألوان متسقة مع الهوية المرفقة</a:t>
            </a:r>
            <a:endParaRPr/>
          </a:p>
        </p:txBody>
      </p:sp>
      <p:sp>
        <p:nvSpPr>
          <p:cNvPr id="405" name="Google Shape;405;p4"/>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406" name="Google Shape;406;p4"/>
          <p:cNvSpPr/>
          <p:nvPr/>
        </p:nvSpPr>
        <p:spPr>
          <a:xfrm>
            <a:off x="9791700" y="3857625"/>
            <a:ext cx="7048500" cy="8382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4950">
                <a:solidFill>
                  <a:srgbClr val="F2F4FF"/>
                </a:solidFill>
                <a:latin typeface="Readex Pro"/>
                <a:ea typeface="Readex Pro"/>
                <a:cs typeface="Readex Pro"/>
                <a:sym typeface="Readex Pro"/>
              </a:rPr>
              <a:t>Readex Pro</a:t>
            </a:r>
            <a:endParaRPr/>
          </a:p>
        </p:txBody>
      </p:sp>
      <p:sp>
        <p:nvSpPr>
          <p:cNvPr id="407" name="Google Shape;407;p4"/>
          <p:cNvSpPr/>
          <p:nvPr/>
        </p:nvSpPr>
        <p:spPr>
          <a:xfrm>
            <a:off x="11406175" y="5010150"/>
            <a:ext cx="5434200" cy="2381400"/>
          </a:xfrm>
          <a:prstGeom prst="rect">
            <a:avLst/>
          </a:prstGeom>
          <a:noFill/>
          <a:ln>
            <a:noFill/>
          </a:ln>
        </p:spPr>
        <p:txBody>
          <a:bodyPr anchorCtr="0" anchor="t" bIns="0" lIns="0" spcFirstLastPara="1" rIns="0" wrap="square" tIns="0">
            <a:noAutofit/>
          </a:bodyPr>
          <a:lstStyle/>
          <a:p>
            <a:pPr indent="0" lvl="0" marL="0" marR="0" rtl="1" algn="r">
              <a:lnSpc>
                <a:spcPct val="150000"/>
              </a:lnSpc>
              <a:spcBef>
                <a:spcPts val="0"/>
              </a:spcBef>
              <a:spcAft>
                <a:spcPts val="0"/>
              </a:spcAft>
              <a:buNone/>
            </a:pPr>
            <a:r>
              <a:rPr b="1" lang="ar-SA" sz="3150">
                <a:solidFill>
                  <a:srgbClr val="F2F4FF"/>
                </a:solidFill>
                <a:latin typeface="Readex Pro"/>
                <a:ea typeface="Readex Pro"/>
                <a:cs typeface="Readex Pro"/>
                <a:sym typeface="Readex Pro"/>
              </a:rPr>
              <a:t>العنوان الرئيسي 45 نقطة</a:t>
            </a:r>
            <a:endParaRPr b="1">
              <a:latin typeface="Readex Pro"/>
              <a:ea typeface="Readex Pro"/>
              <a:cs typeface="Readex Pro"/>
              <a:sym typeface="Readex Pro"/>
            </a:endParaRPr>
          </a:p>
          <a:p>
            <a:pPr indent="0" lvl="0" marL="0" marR="0" rtl="1" algn="r">
              <a:lnSpc>
                <a:spcPct val="150000"/>
              </a:lnSpc>
              <a:spcBef>
                <a:spcPts val="0"/>
              </a:spcBef>
              <a:spcAft>
                <a:spcPts val="0"/>
              </a:spcAft>
              <a:buNone/>
            </a:pPr>
            <a:r>
              <a:rPr lang="ar-SA" sz="3150">
                <a:solidFill>
                  <a:srgbClr val="F2F4FF"/>
                </a:solidFill>
                <a:latin typeface="Readex Pro Medium"/>
                <a:ea typeface="Readex Pro Medium"/>
                <a:cs typeface="Readex Pro Medium"/>
                <a:sym typeface="Readex Pro Medium"/>
              </a:rPr>
              <a:t>النص 24 نقطة</a:t>
            </a:r>
            <a:endParaRPr>
              <a:latin typeface="Readex Pro Medium"/>
              <a:ea typeface="Readex Pro Medium"/>
              <a:cs typeface="Readex Pro Medium"/>
              <a:sym typeface="Readex Pro Medium"/>
            </a:endParaRPr>
          </a:p>
          <a:p>
            <a:pPr indent="0" lvl="0" marL="0" marR="0" rtl="1" algn="r">
              <a:lnSpc>
                <a:spcPct val="150000"/>
              </a:lnSpc>
              <a:spcBef>
                <a:spcPts val="0"/>
              </a:spcBef>
              <a:spcAft>
                <a:spcPts val="0"/>
              </a:spcAft>
              <a:buNone/>
            </a:pPr>
            <a:r>
              <a:rPr lang="ar-SA" sz="3150">
                <a:solidFill>
                  <a:srgbClr val="F2F4FF"/>
                </a:solidFill>
                <a:latin typeface="Readex Pro Light"/>
                <a:ea typeface="Readex Pro Light"/>
                <a:cs typeface="Readex Pro Light"/>
                <a:sym typeface="Readex Pro Light"/>
              </a:rPr>
              <a:t>التعليق 18 نقطة</a:t>
            </a:r>
            <a:endParaRPr>
              <a:latin typeface="Readex Pro Light"/>
              <a:ea typeface="Readex Pro Light"/>
              <a:cs typeface="Readex Pro Light"/>
              <a:sym typeface="Readex Pro Light"/>
            </a:endParaRPr>
          </a:p>
        </p:txBody>
      </p:sp>
      <p:sp>
        <p:nvSpPr>
          <p:cNvPr id="408" name="Google Shape;408;p4"/>
          <p:cNvSpPr/>
          <p:nvPr/>
        </p:nvSpPr>
        <p:spPr>
          <a:xfrm>
            <a:off x="10668750" y="7953375"/>
            <a:ext cx="6171600" cy="9525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None/>
            </a:pPr>
            <a:r>
              <a:rPr lang="ar-SA" sz="2100">
                <a:solidFill>
                  <a:srgbClr val="CBCFE6"/>
                </a:solidFill>
                <a:latin typeface="Readex Pro Light"/>
                <a:ea typeface="Readex Pro Light"/>
                <a:cs typeface="Readex Pro Light"/>
                <a:sym typeface="Readex Pro Light"/>
              </a:rPr>
              <a:t>العناوين بوزن Bold، والنصوص بوزن Regular.</a:t>
            </a:r>
            <a:endParaRPr>
              <a:latin typeface="Readex Pro Light"/>
              <a:ea typeface="Readex Pro Light"/>
              <a:cs typeface="Readex Pro Light"/>
              <a:sym typeface="Readex Pro Light"/>
            </a:endParaRPr>
          </a:p>
          <a:p>
            <a:pPr indent="0" lvl="0" marL="0" marR="0" rtl="1" algn="r">
              <a:lnSpc>
                <a:spcPct val="115000"/>
              </a:lnSpc>
              <a:spcBef>
                <a:spcPts val="0"/>
              </a:spcBef>
              <a:spcAft>
                <a:spcPts val="0"/>
              </a:spcAft>
              <a:buNone/>
            </a:pPr>
            <a:r>
              <a:rPr lang="ar-SA" sz="2100">
                <a:solidFill>
                  <a:srgbClr val="CBCFE6"/>
                </a:solidFill>
                <a:latin typeface="Readex Pro Light"/>
                <a:ea typeface="Readex Pro Light"/>
                <a:cs typeface="Readex Pro Light"/>
                <a:sym typeface="Readex Pro Light"/>
              </a:rPr>
              <a:t>ثبّت الخط قبل التحرير إذا اختلف مظهر النص.</a:t>
            </a:r>
            <a:endParaRPr>
              <a:latin typeface="Readex Pro Light"/>
              <a:ea typeface="Readex Pro Light"/>
              <a:cs typeface="Readex Pro Light"/>
              <a:sym typeface="Readex Pro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F"/>
        </a:solidFill>
      </p:bgPr>
    </p:bg>
    <p:spTree>
      <p:nvGrpSpPr>
        <p:cNvPr id="413" name="Shape 413"/>
        <p:cNvGrpSpPr/>
        <p:nvPr/>
      </p:nvGrpSpPr>
      <p:grpSpPr>
        <a:xfrm>
          <a:off x="0" y="0"/>
          <a:ext cx="0" cy="0"/>
          <a:chOff x="0" y="0"/>
          <a:chExt cx="0" cy="0"/>
        </a:xfrm>
      </p:grpSpPr>
      <p:pic>
        <p:nvPicPr>
          <p:cNvPr id="414" name="Google Shape;414;p5"/>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15" name="Google Shape;415;p5"/>
          <p:cNvPicPr preferRelativeResize="0"/>
          <p:nvPr/>
        </p:nvPicPr>
        <p:blipFill rotWithShape="1">
          <a:blip r:embed="rId4">
            <a:alphaModFix/>
          </a:blip>
          <a:srcRect b="0" l="0" r="0" t="0"/>
          <a:stretch/>
        </p:blipFill>
        <p:spPr>
          <a:xfrm>
            <a:off x="1337187" y="685800"/>
            <a:ext cx="2888226" cy="895350"/>
          </a:xfrm>
          <a:prstGeom prst="rect">
            <a:avLst/>
          </a:prstGeom>
          <a:noFill/>
          <a:ln>
            <a:noFill/>
          </a:ln>
        </p:spPr>
      </p:pic>
      <p:sp>
        <p:nvSpPr>
          <p:cNvPr id="416" name="Google Shape;416;p5"/>
          <p:cNvSpPr/>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ar-SA" sz="1800">
                <a:solidFill>
                  <a:srgbClr val="4A5590"/>
                </a:solidFill>
                <a:latin typeface="Readex Pro"/>
                <a:ea typeface="Readex Pro"/>
                <a:cs typeface="Readex Pro"/>
                <a:sym typeface="Readex Pro"/>
              </a:rPr>
              <a:t>05</a:t>
            </a:r>
            <a:endParaRPr/>
          </a:p>
        </p:txBody>
      </p:sp>
      <p:sp>
        <p:nvSpPr>
          <p:cNvPr id="417" name="Google Shape;417;p5"/>
          <p:cNvSpPr/>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800">
                <a:solidFill>
                  <a:srgbClr val="6150EA"/>
                </a:solidFill>
                <a:latin typeface="Readex Pro"/>
                <a:ea typeface="Readex Pro"/>
                <a:cs typeface="Readex Pro"/>
                <a:sym typeface="Readex Pro"/>
              </a:rPr>
              <a:t>دليل الاستخدام</a:t>
            </a:r>
            <a:endParaRPr/>
          </a:p>
        </p:txBody>
      </p:sp>
      <p:sp>
        <p:nvSpPr>
          <p:cNvPr id="418" name="Google Shape;418;p5"/>
          <p:cNvSpPr/>
          <p:nvPr/>
        </p:nvSpPr>
        <p:spPr>
          <a:xfrm>
            <a:off x="7166000" y="1809750"/>
            <a:ext cx="9674100" cy="952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4500">
                <a:solidFill>
                  <a:srgbClr val="12183F"/>
                </a:solidFill>
                <a:latin typeface="Readex Pro"/>
                <a:ea typeface="Readex Pro"/>
                <a:cs typeface="Readex Pro"/>
                <a:sym typeface="Readex Pro"/>
              </a:rPr>
              <a:t>النصوص والمربعات والمساحات</a:t>
            </a:r>
            <a:endParaRPr/>
          </a:p>
        </p:txBody>
      </p:sp>
      <p:sp>
        <p:nvSpPr>
          <p:cNvPr id="419" name="Google Shape;419;p5"/>
          <p:cNvSpPr/>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لكل عنصر وظيفة واضحة داخل الشريحة</a:t>
            </a:r>
            <a:endParaRPr/>
          </a:p>
        </p:txBody>
      </p:sp>
      <p:sp>
        <p:nvSpPr>
          <p:cNvPr id="420" name="Google Shape;420;p5"/>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421" name="Google Shape;421;p5"/>
          <p:cNvSpPr/>
          <p:nvPr/>
        </p:nvSpPr>
        <p:spPr>
          <a:xfrm>
            <a:off x="15982950" y="381000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01</a:t>
            </a:r>
            <a:endParaRPr/>
          </a:p>
        </p:txBody>
      </p:sp>
      <p:sp>
        <p:nvSpPr>
          <p:cNvPr id="422" name="Google Shape;422;p5"/>
          <p:cNvSpPr/>
          <p:nvPr/>
        </p:nvSpPr>
        <p:spPr>
          <a:xfrm>
            <a:off x="11897775" y="3810000"/>
            <a:ext cx="37044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نص بين أقواس</a:t>
            </a:r>
            <a:endParaRPr/>
          </a:p>
        </p:txBody>
      </p:sp>
      <p:sp>
        <p:nvSpPr>
          <p:cNvPr id="423" name="Google Shape;423;p5"/>
          <p:cNvSpPr/>
          <p:nvPr/>
        </p:nvSpPr>
        <p:spPr>
          <a:xfrm>
            <a:off x="5204325" y="385762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استبدله ببيانات مشروعك، ثم احذف الأقواس.</a:t>
            </a:r>
            <a:endParaRPr/>
          </a:p>
        </p:txBody>
      </p:sp>
      <p:sp>
        <p:nvSpPr>
          <p:cNvPr id="424" name="Google Shape;424;p5"/>
          <p:cNvSpPr/>
          <p:nvPr/>
        </p:nvSpPr>
        <p:spPr>
          <a:xfrm>
            <a:off x="15982950" y="504825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02</a:t>
            </a:r>
            <a:endParaRPr/>
          </a:p>
        </p:txBody>
      </p:sp>
      <p:sp>
        <p:nvSpPr>
          <p:cNvPr id="425" name="Google Shape;425;p5"/>
          <p:cNvSpPr/>
          <p:nvPr/>
        </p:nvSpPr>
        <p:spPr>
          <a:xfrm>
            <a:off x="11897775" y="5048250"/>
            <a:ext cx="37044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مربع صورة</a:t>
            </a:r>
            <a:endParaRPr/>
          </a:p>
        </p:txBody>
      </p:sp>
      <p:sp>
        <p:nvSpPr>
          <p:cNvPr id="426" name="Google Shape;426;p5"/>
          <p:cNvSpPr/>
          <p:nvPr/>
        </p:nvSpPr>
        <p:spPr>
          <a:xfrm>
            <a:off x="5204325" y="509587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أضف الصورة داخل العنصر النائب، واضبط القص داخل الإطار.</a:t>
            </a:r>
            <a:endParaRPr/>
          </a:p>
        </p:txBody>
      </p:sp>
      <p:sp>
        <p:nvSpPr>
          <p:cNvPr id="427" name="Google Shape;427;p5"/>
          <p:cNvSpPr/>
          <p:nvPr/>
        </p:nvSpPr>
        <p:spPr>
          <a:xfrm>
            <a:off x="15982950" y="628650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03</a:t>
            </a:r>
            <a:endParaRPr/>
          </a:p>
        </p:txBody>
      </p:sp>
      <p:sp>
        <p:nvSpPr>
          <p:cNvPr id="428" name="Google Shape;428;p5"/>
          <p:cNvSpPr/>
          <p:nvPr/>
        </p:nvSpPr>
        <p:spPr>
          <a:xfrm>
            <a:off x="11897775" y="6286500"/>
            <a:ext cx="37044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مربع نص أو شكل</a:t>
            </a:r>
            <a:endParaRPr/>
          </a:p>
        </p:txBody>
      </p:sp>
      <p:sp>
        <p:nvSpPr>
          <p:cNvPr id="429" name="Google Shape;429;p5"/>
          <p:cNvSpPr/>
          <p:nvPr/>
        </p:nvSpPr>
        <p:spPr>
          <a:xfrm>
            <a:off x="5204325" y="633412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حرّر النص، وكرّر المربع عند الحاجة مع الحفاظ على المحاذاة.</a:t>
            </a:r>
            <a:endParaRPr/>
          </a:p>
        </p:txBody>
      </p:sp>
      <p:sp>
        <p:nvSpPr>
          <p:cNvPr id="430" name="Google Shape;430;p5"/>
          <p:cNvSpPr/>
          <p:nvPr/>
        </p:nvSpPr>
        <p:spPr>
          <a:xfrm>
            <a:off x="15982950" y="752475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04</a:t>
            </a:r>
            <a:endParaRPr/>
          </a:p>
        </p:txBody>
      </p:sp>
      <p:sp>
        <p:nvSpPr>
          <p:cNvPr id="431" name="Google Shape;431;p5"/>
          <p:cNvSpPr/>
          <p:nvPr/>
        </p:nvSpPr>
        <p:spPr>
          <a:xfrm>
            <a:off x="11897775" y="7524750"/>
            <a:ext cx="37044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مساحة فارغة</a:t>
            </a:r>
            <a:endParaRPr/>
          </a:p>
        </p:txBody>
      </p:sp>
      <p:sp>
        <p:nvSpPr>
          <p:cNvPr id="432" name="Google Shape;432;p5"/>
          <p:cNvSpPr/>
          <p:nvPr/>
        </p:nvSpPr>
        <p:spPr>
          <a:xfrm>
            <a:off x="5204325" y="757237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استخدمها للتوازن البصري، أو أضف محتوى ضروريًا فقط.</a:t>
            </a:r>
            <a:endParaRPr/>
          </a:p>
        </p:txBody>
      </p:sp>
      <p:sp>
        <p:nvSpPr>
          <p:cNvPr id="433" name="Google Shape;433;p5"/>
          <p:cNvSpPr/>
          <p:nvPr/>
        </p:nvSpPr>
        <p:spPr>
          <a:xfrm>
            <a:off x="1409700" y="8953500"/>
            <a:ext cx="154305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100">
                <a:solidFill>
                  <a:srgbClr val="6150EA"/>
                </a:solidFill>
                <a:latin typeface="Readex Pro"/>
                <a:ea typeface="Readex Pro"/>
                <a:cs typeface="Readex Pro"/>
                <a:sym typeface="Readex Pro"/>
              </a:rPr>
              <a:t>إذا زاد النص: اختصره أو وزّعه على شريحتين مع الحفاظ على حجم الخط.</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38" name="Shape 438"/>
        <p:cNvGrpSpPr/>
        <p:nvPr/>
      </p:nvGrpSpPr>
      <p:grpSpPr>
        <a:xfrm>
          <a:off x="0" y="0"/>
          <a:ext cx="0" cy="0"/>
          <a:chOff x="0" y="0"/>
          <a:chExt cx="0" cy="0"/>
        </a:xfrm>
      </p:grpSpPr>
      <p:pic>
        <p:nvPicPr>
          <p:cNvPr id="439" name="Google Shape;439;p6"/>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40" name="Google Shape;440;p6"/>
          <p:cNvPicPr preferRelativeResize="0"/>
          <p:nvPr/>
        </p:nvPicPr>
        <p:blipFill rotWithShape="1">
          <a:blip r:embed="rId4">
            <a:alphaModFix/>
          </a:blip>
          <a:srcRect b="0" l="0" r="0" t="0"/>
          <a:stretch/>
        </p:blipFill>
        <p:spPr>
          <a:xfrm>
            <a:off x="1066800" y="693967"/>
            <a:ext cx="3429000" cy="879016"/>
          </a:xfrm>
          <a:prstGeom prst="rect">
            <a:avLst/>
          </a:prstGeom>
          <a:noFill/>
          <a:ln>
            <a:noFill/>
          </a:ln>
        </p:spPr>
      </p:pic>
      <p:sp>
        <p:nvSpPr>
          <p:cNvPr id="441" name="Google Shape;441;p6"/>
          <p:cNvSpPr/>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ar-SA" sz="1800">
                <a:solidFill>
                  <a:srgbClr val="8E99CC"/>
                </a:solidFill>
                <a:latin typeface="Readex Pro"/>
                <a:ea typeface="Readex Pro"/>
                <a:cs typeface="Readex Pro"/>
                <a:sym typeface="Readex Pro"/>
              </a:rPr>
              <a:t>06</a:t>
            </a:r>
            <a:endParaRPr/>
          </a:p>
        </p:txBody>
      </p:sp>
      <p:sp>
        <p:nvSpPr>
          <p:cNvPr id="442" name="Google Shape;442;p6"/>
          <p:cNvSpPr/>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850">
                <a:solidFill>
                  <a:srgbClr val="2EF2C2"/>
                </a:solidFill>
                <a:latin typeface="Readex Pro"/>
                <a:ea typeface="Readex Pro"/>
                <a:cs typeface="Readex Pro"/>
                <a:sym typeface="Readex Pro"/>
              </a:rPr>
              <a:t>الجداول</a:t>
            </a:r>
            <a:endParaRPr/>
          </a:p>
        </p:txBody>
      </p:sp>
      <p:sp>
        <p:nvSpPr>
          <p:cNvPr id="443" name="Google Shape;443;p6"/>
          <p:cNvSpPr/>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lang="ar-SA" sz="2400">
                <a:solidFill>
                  <a:srgbClr val="CBCFE6"/>
                </a:solidFill>
                <a:latin typeface="Readex Pro Light"/>
                <a:ea typeface="Readex Pro Light"/>
                <a:cs typeface="Readex Pro Light"/>
                <a:sym typeface="Readex Pro Light"/>
              </a:rPr>
              <a:t>اكتب داخل الخلية. أضف الصفوف أو احذفها من أدوات الجدول، وحافظ على عرض الأعمدة.</a:t>
            </a:r>
            <a:endParaRPr>
              <a:latin typeface="Readex Pro Light"/>
              <a:ea typeface="Readex Pro Light"/>
              <a:cs typeface="Readex Pro Light"/>
              <a:sym typeface="Readex Pro Light"/>
            </a:endParaRPr>
          </a:p>
        </p:txBody>
      </p:sp>
      <p:sp>
        <p:nvSpPr>
          <p:cNvPr id="444" name="Google Shape;444;p6"/>
          <p:cNvSpPr/>
          <p:nvPr/>
        </p:nvSpPr>
        <p:spPr>
          <a:xfrm>
            <a:off x="1714500" y="6524625"/>
            <a:ext cx="6953250" cy="5905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850">
                <a:solidFill>
                  <a:srgbClr val="2EF2C2"/>
                </a:solidFill>
                <a:latin typeface="Readex Pro"/>
                <a:ea typeface="Readex Pro"/>
                <a:cs typeface="Readex Pro"/>
                <a:sym typeface="Readex Pro"/>
              </a:rPr>
              <a:t>الأرقام والروابط</a:t>
            </a:r>
            <a:endParaRPr/>
          </a:p>
        </p:txBody>
      </p:sp>
      <p:sp>
        <p:nvSpPr>
          <p:cNvPr id="445" name="Google Shape;445;p6"/>
          <p:cNvSpPr/>
          <p:nvPr/>
        </p:nvSpPr>
        <p:spPr>
          <a:xfrm>
            <a:off x="1714500" y="7229475"/>
            <a:ext cx="6953250" cy="1066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lang="ar-SA" sz="2400">
                <a:solidFill>
                  <a:srgbClr val="CBCFE6"/>
                </a:solidFill>
                <a:latin typeface="Readex Pro Light"/>
                <a:ea typeface="Readex Pro Light"/>
                <a:cs typeface="Readex Pro Light"/>
                <a:sym typeface="Readex Pro Light"/>
              </a:rPr>
              <a:t>الأرقام داخل الرسوم أمثلة توضيحية. استبدلها بنتائج مشروعك، واختبر الروابط قبل الإرسال.</a:t>
            </a:r>
            <a:endParaRPr>
              <a:latin typeface="Readex Pro Light"/>
              <a:ea typeface="Readex Pro Light"/>
              <a:cs typeface="Readex Pro Light"/>
              <a:sym typeface="Readex Pro Light"/>
            </a:endParaRPr>
          </a:p>
        </p:txBody>
      </p:sp>
      <p:sp>
        <p:nvSpPr>
          <p:cNvPr id="446" name="Google Shape;446;p6"/>
          <p:cNvSpPr/>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800">
                <a:solidFill>
                  <a:srgbClr val="2EF2C2"/>
                </a:solidFill>
                <a:latin typeface="Readex Pro"/>
                <a:ea typeface="Readex Pro"/>
                <a:cs typeface="Readex Pro"/>
                <a:sym typeface="Readex Pro"/>
              </a:rPr>
              <a:t>دليل الاستخدام</a:t>
            </a:r>
            <a:endParaRPr/>
          </a:p>
        </p:txBody>
      </p:sp>
      <p:sp>
        <p:nvSpPr>
          <p:cNvPr id="447" name="Google Shape;447;p6"/>
          <p:cNvSpPr/>
          <p:nvPr/>
        </p:nvSpPr>
        <p:spPr>
          <a:xfrm>
            <a:off x="8963475" y="1809750"/>
            <a:ext cx="7876800" cy="952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4500">
                <a:solidFill>
                  <a:srgbClr val="F2F4FF"/>
                </a:solidFill>
                <a:latin typeface="Readex Pro"/>
                <a:ea typeface="Readex Pro"/>
                <a:cs typeface="Readex Pro"/>
                <a:sym typeface="Readex Pro"/>
              </a:rPr>
              <a:t>الصور والجداول والرسوم</a:t>
            </a:r>
            <a:endParaRPr/>
          </a:p>
        </p:txBody>
      </p:sp>
      <p:sp>
        <p:nvSpPr>
          <p:cNvPr id="448" name="Google Shape;448;p6"/>
          <p:cNvSpPr/>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CBCFE6"/>
                </a:solidFill>
                <a:latin typeface="Readex Pro"/>
                <a:ea typeface="Readex Pro"/>
                <a:cs typeface="Readex Pro"/>
                <a:sym typeface="Readex Pro"/>
              </a:rPr>
              <a:t>عناصر قابلة للتعديل داخل PowerPoint</a:t>
            </a:r>
            <a:endParaRPr/>
          </a:p>
        </p:txBody>
      </p:sp>
      <p:sp>
        <p:nvSpPr>
          <p:cNvPr id="449" name="Google Shape;449;p6"/>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450" name="Google Shape;450;p6"/>
          <p:cNvSpPr/>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850">
                <a:solidFill>
                  <a:srgbClr val="2EF2C2"/>
                </a:solidFill>
                <a:latin typeface="Readex Pro"/>
                <a:ea typeface="Readex Pro"/>
                <a:cs typeface="Readex Pro"/>
                <a:sym typeface="Readex Pro"/>
              </a:rPr>
              <a:t>الصور</a:t>
            </a:r>
            <a:endParaRPr/>
          </a:p>
        </p:txBody>
      </p:sp>
      <p:sp>
        <p:nvSpPr>
          <p:cNvPr id="451" name="Google Shape;451;p6"/>
          <p:cNvSpPr/>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lang="ar-SA" sz="2400">
                <a:solidFill>
                  <a:srgbClr val="CBCFE6"/>
                </a:solidFill>
                <a:latin typeface="Readex Pro Light"/>
                <a:ea typeface="Readex Pro Light"/>
                <a:cs typeface="Readex Pro Light"/>
                <a:sym typeface="Readex Pro Light"/>
              </a:rPr>
              <a:t>اختر صورة واضحة. استخدم «قص» لضبط الإطار، وحافظ على أبعاد الصورة دون تمديد.</a:t>
            </a:r>
            <a:endParaRPr>
              <a:latin typeface="Readex Pro Light"/>
              <a:ea typeface="Readex Pro Light"/>
              <a:cs typeface="Readex Pro Light"/>
              <a:sym typeface="Readex Pro Light"/>
            </a:endParaRPr>
          </a:p>
        </p:txBody>
      </p:sp>
      <p:sp>
        <p:nvSpPr>
          <p:cNvPr id="452" name="Google Shape;452;p6"/>
          <p:cNvSpPr/>
          <p:nvPr/>
        </p:nvSpPr>
        <p:spPr>
          <a:xfrm>
            <a:off x="9505950" y="6524625"/>
            <a:ext cx="73344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850">
                <a:solidFill>
                  <a:srgbClr val="2EF2C2"/>
                </a:solidFill>
                <a:latin typeface="Readex Pro"/>
                <a:ea typeface="Readex Pro"/>
                <a:cs typeface="Readex Pro"/>
                <a:sym typeface="Readex Pro"/>
              </a:rPr>
              <a:t>الرسوم البيانية</a:t>
            </a:r>
            <a:endParaRPr/>
          </a:p>
        </p:txBody>
      </p:sp>
      <p:sp>
        <p:nvSpPr>
          <p:cNvPr id="453" name="Google Shape;453;p6"/>
          <p:cNvSpPr/>
          <p:nvPr/>
        </p:nvSpPr>
        <p:spPr>
          <a:xfrm>
            <a:off x="9505950" y="7229475"/>
            <a:ext cx="7334400" cy="1066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lang="ar-SA" sz="2400">
                <a:solidFill>
                  <a:srgbClr val="CBCFE6"/>
                </a:solidFill>
                <a:latin typeface="Readex Pro Light"/>
                <a:ea typeface="Readex Pro Light"/>
                <a:cs typeface="Readex Pro Light"/>
                <a:sym typeface="Readex Pro Light"/>
              </a:rPr>
              <a:t>اختر الرسم ثم «تحرير البيانات». استبدل الفئات والقيم، وحدّث الوحدة والمصدر.</a:t>
            </a:r>
            <a:endParaRPr>
              <a:latin typeface="Readex Pro Light"/>
              <a:ea typeface="Readex Pro Light"/>
              <a:cs typeface="Readex Pro Light"/>
              <a:sym typeface="Readex Pro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F"/>
        </a:solidFill>
      </p:bgPr>
    </p:bg>
    <p:spTree>
      <p:nvGrpSpPr>
        <p:cNvPr id="458" name="Shape 458"/>
        <p:cNvGrpSpPr/>
        <p:nvPr/>
      </p:nvGrpSpPr>
      <p:grpSpPr>
        <a:xfrm>
          <a:off x="0" y="0"/>
          <a:ext cx="0" cy="0"/>
          <a:chOff x="0" y="0"/>
          <a:chExt cx="0" cy="0"/>
        </a:xfrm>
      </p:grpSpPr>
      <p:pic>
        <p:nvPicPr>
          <p:cNvPr id="459" name="Google Shape;459;p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60" name="Google Shape;460;p7"/>
          <p:cNvPicPr preferRelativeResize="0"/>
          <p:nvPr/>
        </p:nvPicPr>
        <p:blipFill rotWithShape="1">
          <a:blip r:embed="rId4">
            <a:alphaModFix/>
          </a:blip>
          <a:srcRect b="0" l="0" r="0" t="0"/>
          <a:stretch/>
        </p:blipFill>
        <p:spPr>
          <a:xfrm>
            <a:off x="1337187" y="685800"/>
            <a:ext cx="2888226" cy="895350"/>
          </a:xfrm>
          <a:prstGeom prst="rect">
            <a:avLst/>
          </a:prstGeom>
          <a:noFill/>
          <a:ln>
            <a:noFill/>
          </a:ln>
        </p:spPr>
      </p:pic>
      <p:sp>
        <p:nvSpPr>
          <p:cNvPr id="461" name="Google Shape;461;p7"/>
          <p:cNvSpPr/>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ar-SA" sz="1800">
                <a:solidFill>
                  <a:srgbClr val="4A5590"/>
                </a:solidFill>
                <a:latin typeface="Readex Pro"/>
                <a:ea typeface="Readex Pro"/>
                <a:cs typeface="Readex Pro"/>
                <a:sym typeface="Readex Pro"/>
              </a:rPr>
              <a:t>07</a:t>
            </a:r>
            <a:endParaRPr/>
          </a:p>
        </p:txBody>
      </p:sp>
      <p:sp>
        <p:nvSpPr>
          <p:cNvPr id="462" name="Google Shape;462;p7"/>
          <p:cNvSpPr/>
          <p:nvPr/>
        </p:nvSpPr>
        <p:spPr>
          <a:xfrm>
            <a:off x="1714500" y="3857625"/>
            <a:ext cx="6572250" cy="8953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احذف الدليل والنصوص الإرشادية والنماذج الزائدة.</a:t>
            </a:r>
            <a:endParaRPr/>
          </a:p>
        </p:txBody>
      </p:sp>
      <p:sp>
        <p:nvSpPr>
          <p:cNvPr id="463" name="Google Shape;463;p7"/>
          <p:cNvSpPr/>
          <p:nvPr/>
        </p:nvSpPr>
        <p:spPr>
          <a:xfrm>
            <a:off x="1714500" y="5095875"/>
            <a:ext cx="6572250" cy="8953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راجع الخط والمحاذاة والصور، وتأكد من عدم قص النصوص.</a:t>
            </a:r>
            <a:endParaRPr/>
          </a:p>
        </p:txBody>
      </p:sp>
      <p:sp>
        <p:nvSpPr>
          <p:cNvPr id="464" name="Google Shape;464;p7"/>
          <p:cNvSpPr/>
          <p:nvPr/>
        </p:nvSpPr>
        <p:spPr>
          <a:xfrm>
            <a:off x="1714500" y="6334125"/>
            <a:ext cx="6572250" cy="8953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حدّث الأرقام والمصادر، واختبر رابط النموذج إن أضفته.</a:t>
            </a:r>
            <a:endParaRPr/>
          </a:p>
        </p:txBody>
      </p:sp>
      <p:sp>
        <p:nvSpPr>
          <p:cNvPr id="465" name="Google Shape;465;p7"/>
          <p:cNvSpPr/>
          <p:nvPr/>
        </p:nvSpPr>
        <p:spPr>
          <a:xfrm>
            <a:off x="1714500" y="7572375"/>
            <a:ext cx="6572250" cy="8953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احفظ العرض باسم المشروع، وافتحه مجددًا بعد الحفظ.</a:t>
            </a:r>
            <a:endParaRPr/>
          </a:p>
        </p:txBody>
      </p:sp>
      <p:sp>
        <p:nvSpPr>
          <p:cNvPr id="466" name="Google Shape;466;p7"/>
          <p:cNvSpPr/>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800">
                <a:solidFill>
                  <a:srgbClr val="6150EA"/>
                </a:solidFill>
                <a:latin typeface="Readex Pro"/>
                <a:ea typeface="Readex Pro"/>
                <a:cs typeface="Readex Pro"/>
                <a:sym typeface="Readex Pro"/>
              </a:rPr>
              <a:t>دليل الاستخدام</a:t>
            </a:r>
            <a:endParaRPr/>
          </a:p>
        </p:txBody>
      </p:sp>
      <p:sp>
        <p:nvSpPr>
          <p:cNvPr id="467" name="Google Shape;467;p7"/>
          <p:cNvSpPr/>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4500">
                <a:solidFill>
                  <a:srgbClr val="12183F"/>
                </a:solidFill>
                <a:latin typeface="Readex Pro"/>
                <a:ea typeface="Readex Pro"/>
                <a:cs typeface="Readex Pro"/>
                <a:sym typeface="Readex Pro"/>
              </a:rPr>
              <a:t>مراجعة العرض قبل الإرسال</a:t>
            </a:r>
            <a:endParaRPr/>
          </a:p>
        </p:txBody>
      </p:sp>
      <p:sp>
        <p:nvSpPr>
          <p:cNvPr id="468" name="Google Shape;468;p7"/>
          <p:cNvSpPr/>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قائمة مختصرة لإعداد النسخة النهائية</a:t>
            </a:r>
            <a:endParaRPr/>
          </a:p>
        </p:txBody>
      </p:sp>
      <p:sp>
        <p:nvSpPr>
          <p:cNvPr id="469" name="Google Shape;469;p7"/>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470" name="Google Shape;470;p7"/>
          <p:cNvSpPr/>
          <p:nvPr/>
        </p:nvSpPr>
        <p:spPr>
          <a:xfrm>
            <a:off x="15982950" y="381000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01</a:t>
            </a:r>
            <a:endParaRPr/>
          </a:p>
        </p:txBody>
      </p:sp>
      <p:sp>
        <p:nvSpPr>
          <p:cNvPr id="471" name="Google Shape;471;p7"/>
          <p:cNvSpPr/>
          <p:nvPr/>
        </p:nvSpPr>
        <p:spPr>
          <a:xfrm>
            <a:off x="8458200" y="381000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المحتوى</a:t>
            </a:r>
            <a:endParaRPr/>
          </a:p>
        </p:txBody>
      </p:sp>
      <p:sp>
        <p:nvSpPr>
          <p:cNvPr id="472" name="Google Shape;472;p7"/>
          <p:cNvSpPr/>
          <p:nvPr/>
        </p:nvSpPr>
        <p:spPr>
          <a:xfrm>
            <a:off x="15982950" y="504825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02</a:t>
            </a:r>
            <a:endParaRPr/>
          </a:p>
        </p:txBody>
      </p:sp>
      <p:sp>
        <p:nvSpPr>
          <p:cNvPr id="473" name="Google Shape;473;p7"/>
          <p:cNvSpPr/>
          <p:nvPr/>
        </p:nvSpPr>
        <p:spPr>
          <a:xfrm>
            <a:off x="8458200" y="504825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الوضوح</a:t>
            </a:r>
            <a:endParaRPr/>
          </a:p>
        </p:txBody>
      </p:sp>
      <p:sp>
        <p:nvSpPr>
          <p:cNvPr id="474" name="Google Shape;474;p7"/>
          <p:cNvSpPr/>
          <p:nvPr/>
        </p:nvSpPr>
        <p:spPr>
          <a:xfrm>
            <a:off x="15982950" y="628650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03</a:t>
            </a:r>
            <a:endParaRPr/>
          </a:p>
        </p:txBody>
      </p:sp>
      <p:sp>
        <p:nvSpPr>
          <p:cNvPr id="475" name="Google Shape;475;p7"/>
          <p:cNvSpPr/>
          <p:nvPr/>
        </p:nvSpPr>
        <p:spPr>
          <a:xfrm>
            <a:off x="8458200" y="628650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الدقة</a:t>
            </a:r>
            <a:endParaRPr/>
          </a:p>
        </p:txBody>
      </p:sp>
      <p:sp>
        <p:nvSpPr>
          <p:cNvPr id="476" name="Google Shape;476;p7"/>
          <p:cNvSpPr/>
          <p:nvPr/>
        </p:nvSpPr>
        <p:spPr>
          <a:xfrm>
            <a:off x="15982950" y="752475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04</a:t>
            </a:r>
            <a:endParaRPr/>
          </a:p>
        </p:txBody>
      </p:sp>
      <p:sp>
        <p:nvSpPr>
          <p:cNvPr id="477" name="Google Shape;477;p7"/>
          <p:cNvSpPr/>
          <p:nvPr/>
        </p:nvSpPr>
        <p:spPr>
          <a:xfrm>
            <a:off x="8458200" y="752475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ملف التسليم</a:t>
            </a:r>
            <a:endParaRPr/>
          </a:p>
        </p:txBody>
      </p:sp>
      <p:sp>
        <p:nvSpPr>
          <p:cNvPr id="478" name="Google Shape;478;p7"/>
          <p:cNvSpPr/>
          <p:nvPr/>
        </p:nvSpPr>
        <p:spPr>
          <a:xfrm>
            <a:off x="1409700" y="8858250"/>
            <a:ext cx="15430500" cy="6096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950">
                <a:solidFill>
                  <a:srgbClr val="6150EA"/>
                </a:solidFill>
                <a:latin typeface="Readex Pro"/>
                <a:ea typeface="Readex Pro"/>
                <a:cs typeface="Readex Pro"/>
                <a:sym typeface="Readex Pro"/>
              </a:rPr>
              <a:t>ترتيب مقترح: المشكلة، الحل، آلية العمل، النموذج، الأثر، الفريق. اتبع متطلبات المنظم عند التسليم.</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83" name="Shape 483"/>
        <p:cNvGrpSpPr/>
        <p:nvPr/>
      </p:nvGrpSpPr>
      <p:grpSpPr>
        <a:xfrm>
          <a:off x="0" y="0"/>
          <a:ext cx="0" cy="0"/>
          <a:chOff x="0" y="0"/>
          <a:chExt cx="0" cy="0"/>
        </a:xfrm>
      </p:grpSpPr>
      <p:pic>
        <p:nvPicPr>
          <p:cNvPr id="484" name="Google Shape;484;p8"/>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85" name="Google Shape;485;p8" title="الصورة الرئيسية.png"/>
          <p:cNvPicPr preferRelativeResize="0"/>
          <p:nvPr/>
        </p:nvPicPr>
        <p:blipFill>
          <a:blip r:embed="rId4">
            <a:alphaModFix/>
          </a:blip>
          <a:stretch>
            <a:fillRect/>
          </a:stretch>
        </p:blipFill>
        <p:spPr>
          <a:xfrm>
            <a:off x="195975" y="1103475"/>
            <a:ext cx="9312476" cy="8603123"/>
          </a:xfrm>
          <a:prstGeom prst="rect">
            <a:avLst/>
          </a:prstGeom>
          <a:noFill/>
          <a:ln>
            <a:noFill/>
          </a:ln>
        </p:spPr>
      </p:pic>
      <p:sp>
        <p:nvSpPr>
          <p:cNvPr id="486" name="Google Shape;486;p8"/>
          <p:cNvSpPr txBox="1"/>
          <p:nvPr>
            <p:ph type="title"/>
          </p:nvPr>
        </p:nvSpPr>
        <p:spPr>
          <a:xfrm>
            <a:off x="7791450" y="3524250"/>
            <a:ext cx="9048900" cy="1333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6450"/>
              <a:buNone/>
            </a:pPr>
            <a:r>
              <a:rPr b="1" lang="ar-SA" sz="6450">
                <a:solidFill>
                  <a:srgbClr val="F2F4FF"/>
                </a:solidFill>
                <a:latin typeface="Readex Pro"/>
                <a:ea typeface="Readex Pro"/>
                <a:cs typeface="Readex Pro"/>
                <a:sym typeface="Readex Pro"/>
              </a:rPr>
              <a:t>[اسم المشروع]</a:t>
            </a:r>
            <a:endParaRPr/>
          </a:p>
        </p:txBody>
      </p:sp>
      <p:sp>
        <p:nvSpPr>
          <p:cNvPr id="487" name="Google Shape;487;p8"/>
          <p:cNvSpPr txBox="1"/>
          <p:nvPr>
            <p:ph idx="1" type="body"/>
          </p:nvPr>
        </p:nvSpPr>
        <p:spPr>
          <a:xfrm>
            <a:off x="7791450" y="5334000"/>
            <a:ext cx="9048900" cy="16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300"/>
              <a:buNone/>
            </a:pPr>
            <a:r>
              <a:rPr b="0" lang="ar-SA" sz="3300">
                <a:solidFill>
                  <a:srgbClr val="2EF2C2"/>
                </a:solidFill>
                <a:latin typeface="Readex Pro"/>
                <a:ea typeface="Readex Pro"/>
                <a:cs typeface="Readex Pro"/>
                <a:sym typeface="Readex Pro"/>
              </a:rPr>
              <a:t>[وصف الفكرة في سطرين]</a:t>
            </a:r>
            <a:endParaRPr/>
          </a:p>
        </p:txBody>
      </p:sp>
      <p:sp>
        <p:nvSpPr>
          <p:cNvPr id="488" name="Google Shape;488;p8"/>
          <p:cNvSpPr/>
          <p:nvPr/>
        </p:nvSpPr>
        <p:spPr>
          <a:xfrm>
            <a:off x="1143000" y="8843963"/>
            <a:ext cx="16002000" cy="9600"/>
          </a:xfrm>
          <a:prstGeom prst="rect">
            <a:avLst/>
          </a:prstGeom>
          <a:solidFill>
            <a:srgbClr val="FFFFFF">
              <a:alpha val="12160"/>
            </a:srgbClr>
          </a:solidFill>
          <a:ln>
            <a:noFill/>
          </a:ln>
        </p:spPr>
        <p:txBody>
          <a:bodyPr anchorCtr="0" anchor="ctr" bIns="91425" lIns="91425" spcFirstLastPara="1" rIns="91425" wrap="square" tIns="91425">
            <a:noAutofit/>
          </a:bodyPr>
          <a:lstStyle/>
          <a:p>
            <a:pPr indent="0" lvl="0" marL="0" rtl="1" algn="r">
              <a:lnSpc>
                <a:spcPct val="115000"/>
              </a:lnSpc>
              <a:spcBef>
                <a:spcPts val="0"/>
              </a:spcBef>
              <a:spcAft>
                <a:spcPts val="0"/>
              </a:spcAft>
              <a:buNone/>
            </a:pPr>
            <a:r>
              <a:t/>
            </a:r>
            <a:endParaRPr/>
          </a:p>
        </p:txBody>
      </p:sp>
      <p:sp>
        <p:nvSpPr>
          <p:cNvPr id="489" name="Google Shape;489;p8"/>
          <p:cNvSpPr/>
          <p:nvPr/>
        </p:nvSpPr>
        <p:spPr>
          <a:xfrm>
            <a:off x="14472130" y="9120188"/>
            <a:ext cx="2358000" cy="347700"/>
          </a:xfrm>
          <a:prstGeom prst="rect">
            <a:avLst/>
          </a:prstGeom>
          <a:noFill/>
          <a:ln>
            <a:noFill/>
          </a:ln>
        </p:spPr>
        <p:txBody>
          <a:bodyPr anchorCtr="0" anchor="ctr" bIns="25400" lIns="25400" spcFirstLastPara="1" rIns="25400" wrap="square" tIns="25400">
            <a:noAutofit/>
          </a:bodyPr>
          <a:lstStyle/>
          <a:p>
            <a:pPr indent="0" lvl="0" marL="0" marR="0" rtl="1" algn="r">
              <a:lnSpc>
                <a:spcPct val="115000"/>
              </a:lnSpc>
              <a:spcBef>
                <a:spcPts val="0"/>
              </a:spcBef>
              <a:spcAft>
                <a:spcPts val="0"/>
              </a:spcAft>
              <a:buClr>
                <a:srgbClr val="8E99CC"/>
              </a:buClr>
              <a:buSzPts val="1950"/>
              <a:buFont typeface="Readex Pro"/>
              <a:buNone/>
            </a:pPr>
            <a:r>
              <a:rPr lang="ar-SA" sz="1950">
                <a:solidFill>
                  <a:srgbClr val="8E99CC"/>
                </a:solidFill>
                <a:latin typeface="Readex Pro Light"/>
                <a:ea typeface="Readex Pro Light"/>
                <a:cs typeface="Readex Pro Light"/>
                <a:sym typeface="Readex Pro Light"/>
              </a:rPr>
              <a:t>[اسم الفريق أو الجهة]</a:t>
            </a:r>
            <a:endParaRPr i="0" sz="1950" u="none" cap="none" strike="noStrike">
              <a:solidFill>
                <a:srgbClr val="000000"/>
              </a:solidFill>
              <a:latin typeface="Readex Pro Light"/>
              <a:ea typeface="Readex Pro Light"/>
              <a:cs typeface="Readex Pro Light"/>
              <a:sym typeface="Readex Pro Light"/>
            </a:endParaRPr>
          </a:p>
        </p:txBody>
      </p:sp>
      <p:sp>
        <p:nvSpPr>
          <p:cNvPr id="490" name="Google Shape;490;p8"/>
          <p:cNvSpPr/>
          <p:nvPr/>
        </p:nvSpPr>
        <p:spPr>
          <a:xfrm>
            <a:off x="1397000" y="9120188"/>
            <a:ext cx="2765700" cy="347700"/>
          </a:xfrm>
          <a:prstGeom prst="rect">
            <a:avLst/>
          </a:prstGeom>
          <a:noFill/>
          <a:ln>
            <a:noFill/>
          </a:ln>
        </p:spPr>
        <p:txBody>
          <a:bodyPr anchorCtr="0" anchor="ctr" bIns="25400" lIns="25400" spcFirstLastPara="1" rIns="25400" wrap="square" tIns="25400">
            <a:noAutofit/>
          </a:bodyPr>
          <a:lstStyle/>
          <a:p>
            <a:pPr indent="0" lvl="0" marL="0" marR="0" rtl="1" algn="l">
              <a:lnSpc>
                <a:spcPct val="115000"/>
              </a:lnSpc>
              <a:spcBef>
                <a:spcPts val="0"/>
              </a:spcBef>
              <a:spcAft>
                <a:spcPts val="0"/>
              </a:spcAft>
              <a:buClr>
                <a:srgbClr val="8E99CC"/>
              </a:buClr>
              <a:buSzPts val="1950"/>
              <a:buFont typeface="Readex Pro"/>
              <a:buNone/>
            </a:pPr>
            <a:r>
              <a:rPr lang="ar-SA" sz="1950">
                <a:solidFill>
                  <a:srgbClr val="8E99CC"/>
                </a:solidFill>
                <a:latin typeface="Readex Pro Light"/>
                <a:ea typeface="Readex Pro Light"/>
                <a:cs typeface="Readex Pro Light"/>
                <a:sym typeface="Readex Pro Light"/>
              </a:rPr>
              <a:t>[تاريخ العرض]</a:t>
            </a:r>
            <a:endParaRPr i="0" sz="1950" u="none" cap="none" strike="noStrike">
              <a:solidFill>
                <a:srgbClr val="000000"/>
              </a:solidFill>
              <a:latin typeface="Readex Pro Light"/>
              <a:ea typeface="Readex Pro Light"/>
              <a:cs typeface="Readex Pro Light"/>
              <a:sym typeface="Readex Pro Light"/>
            </a:endParaRPr>
          </a:p>
        </p:txBody>
      </p:sp>
      <p:pic>
        <p:nvPicPr>
          <p:cNvPr id="491" name="Google Shape;491;p8"/>
          <p:cNvPicPr preferRelativeResize="0"/>
          <p:nvPr/>
        </p:nvPicPr>
        <p:blipFill rotWithShape="1">
          <a:blip r:embed="rId5">
            <a:alphaModFix/>
          </a:blip>
          <a:srcRect b="0" l="0" r="0" t="0"/>
          <a:stretch/>
        </p:blipFill>
        <p:spPr>
          <a:xfrm>
            <a:off x="1078250" y="691134"/>
            <a:ext cx="6572252" cy="1684781"/>
          </a:xfrm>
          <a:prstGeom prst="rect">
            <a:avLst/>
          </a:prstGeom>
          <a:noFill/>
          <a:ln>
            <a:noFill/>
          </a:ln>
        </p:spPr>
      </p:pic>
      <p:pic>
        <p:nvPicPr>
          <p:cNvPr id="492" name="Google Shape;492;p8"/>
          <p:cNvPicPr preferRelativeResize="0"/>
          <p:nvPr/>
        </p:nvPicPr>
        <p:blipFill rotWithShape="1">
          <a:blip r:embed="rId6">
            <a:alphaModFix/>
          </a:blip>
          <a:srcRect b="0" l="0" r="0" t="0"/>
          <a:stretch/>
        </p:blipFill>
        <p:spPr>
          <a:xfrm>
            <a:off x="14954250" y="840995"/>
            <a:ext cx="2190750" cy="138506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97" name="Shape 497"/>
        <p:cNvGrpSpPr/>
        <p:nvPr/>
      </p:nvGrpSpPr>
      <p:grpSpPr>
        <a:xfrm>
          <a:off x="0" y="0"/>
          <a:ext cx="0" cy="0"/>
          <a:chOff x="0" y="0"/>
          <a:chExt cx="0" cy="0"/>
        </a:xfrm>
      </p:grpSpPr>
      <p:pic>
        <p:nvPicPr>
          <p:cNvPr id="498" name="Google Shape;498;p9"/>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99" name="Google Shape;499;p9"/>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00" name="Google Shape;500;p9"/>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501" name="Google Shape;501;p9"/>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محتويات العرض</a:t>
            </a:r>
            <a:endParaRPr/>
          </a:p>
        </p:txBody>
      </p:sp>
      <p:sp>
        <p:nvSpPr>
          <p:cNvPr id="502" name="Google Shape;502;p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03" name="Google Shape;503;p9"/>
          <p:cNvSpPr txBox="1"/>
          <p:nvPr>
            <p:ph idx="2" type="body"/>
          </p:nvPr>
        </p:nvSpPr>
        <p:spPr>
          <a:xfrm>
            <a:off x="12077700" y="3857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01</a:t>
            </a:r>
            <a:endParaRPr/>
          </a:p>
        </p:txBody>
      </p:sp>
      <p:sp>
        <p:nvSpPr>
          <p:cNvPr id="504" name="Google Shape;504;p9"/>
          <p:cNvSpPr txBox="1"/>
          <p:nvPr>
            <p:ph idx="3" type="body"/>
          </p:nvPr>
        </p:nvSpPr>
        <p:spPr>
          <a:xfrm>
            <a:off x="12077700" y="4724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F2F4FF"/>
                </a:solidFill>
                <a:latin typeface="Readex Pro"/>
                <a:ea typeface="Readex Pro"/>
                <a:cs typeface="Readex Pro"/>
                <a:sym typeface="Readex Pro"/>
              </a:rPr>
              <a:t>[القسم الأول]</a:t>
            </a:r>
            <a:endParaRPr/>
          </a:p>
        </p:txBody>
      </p:sp>
      <p:sp>
        <p:nvSpPr>
          <p:cNvPr id="505" name="Google Shape;505;p9"/>
          <p:cNvSpPr txBox="1"/>
          <p:nvPr>
            <p:ph idx="4" type="body"/>
          </p:nvPr>
        </p:nvSpPr>
        <p:spPr>
          <a:xfrm>
            <a:off x="12077700" y="5419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[موضوع القسم باختصار]</a:t>
            </a:r>
            <a:endParaRPr/>
          </a:p>
        </p:txBody>
      </p:sp>
      <p:sp>
        <p:nvSpPr>
          <p:cNvPr id="506" name="Google Shape;506;p9"/>
          <p:cNvSpPr txBox="1"/>
          <p:nvPr>
            <p:ph idx="5" type="body"/>
          </p:nvPr>
        </p:nvSpPr>
        <p:spPr>
          <a:xfrm>
            <a:off x="6743700" y="3857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02</a:t>
            </a:r>
            <a:endParaRPr/>
          </a:p>
        </p:txBody>
      </p:sp>
      <p:sp>
        <p:nvSpPr>
          <p:cNvPr id="507" name="Google Shape;507;p9"/>
          <p:cNvSpPr txBox="1"/>
          <p:nvPr>
            <p:ph idx="6" type="body"/>
          </p:nvPr>
        </p:nvSpPr>
        <p:spPr>
          <a:xfrm>
            <a:off x="6743700" y="4724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F2F4FF"/>
                </a:solidFill>
                <a:latin typeface="Readex Pro"/>
                <a:ea typeface="Readex Pro"/>
                <a:cs typeface="Readex Pro"/>
                <a:sym typeface="Readex Pro"/>
              </a:rPr>
              <a:t>[القسم الثاني]</a:t>
            </a:r>
            <a:endParaRPr/>
          </a:p>
        </p:txBody>
      </p:sp>
      <p:sp>
        <p:nvSpPr>
          <p:cNvPr id="508" name="Google Shape;508;p9"/>
          <p:cNvSpPr txBox="1"/>
          <p:nvPr>
            <p:ph idx="7" type="body"/>
          </p:nvPr>
        </p:nvSpPr>
        <p:spPr>
          <a:xfrm>
            <a:off x="6743700" y="5419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[موضوع القسم باختصار]</a:t>
            </a:r>
            <a:endParaRPr>
              <a:latin typeface="Readex Pro Light"/>
              <a:ea typeface="Readex Pro Light"/>
              <a:cs typeface="Readex Pro Light"/>
              <a:sym typeface="Readex Pro Light"/>
            </a:endParaRPr>
          </a:p>
        </p:txBody>
      </p:sp>
      <p:sp>
        <p:nvSpPr>
          <p:cNvPr id="509" name="Google Shape;509;p9"/>
          <p:cNvSpPr txBox="1"/>
          <p:nvPr>
            <p:ph idx="8" type="body"/>
          </p:nvPr>
        </p:nvSpPr>
        <p:spPr>
          <a:xfrm>
            <a:off x="1409700" y="3857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03</a:t>
            </a:r>
            <a:endParaRPr/>
          </a:p>
        </p:txBody>
      </p:sp>
      <p:sp>
        <p:nvSpPr>
          <p:cNvPr id="510" name="Google Shape;510;p9"/>
          <p:cNvSpPr txBox="1"/>
          <p:nvPr>
            <p:ph idx="9" type="body"/>
          </p:nvPr>
        </p:nvSpPr>
        <p:spPr>
          <a:xfrm>
            <a:off x="1409700" y="4724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F2F4FF"/>
                </a:solidFill>
                <a:latin typeface="Readex Pro"/>
                <a:ea typeface="Readex Pro"/>
                <a:cs typeface="Readex Pro"/>
                <a:sym typeface="Readex Pro"/>
              </a:rPr>
              <a:t>[القسم الثالث]</a:t>
            </a:r>
            <a:endParaRPr/>
          </a:p>
        </p:txBody>
      </p:sp>
      <p:sp>
        <p:nvSpPr>
          <p:cNvPr id="511" name="Google Shape;511;p9"/>
          <p:cNvSpPr txBox="1"/>
          <p:nvPr>
            <p:ph idx="13" type="body"/>
          </p:nvPr>
        </p:nvSpPr>
        <p:spPr>
          <a:xfrm>
            <a:off x="1409700" y="5419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[موضوع القسم باختصار]</a:t>
            </a:r>
            <a:endParaRPr>
              <a:latin typeface="Readex Pro Light"/>
              <a:ea typeface="Readex Pro Light"/>
              <a:cs typeface="Readex Pro Light"/>
              <a:sym typeface="Readex Pro Light"/>
            </a:endParaRPr>
          </a:p>
        </p:txBody>
      </p:sp>
      <p:sp>
        <p:nvSpPr>
          <p:cNvPr id="512" name="Google Shape;512;p9"/>
          <p:cNvSpPr txBox="1"/>
          <p:nvPr>
            <p:ph idx="14" type="body"/>
          </p:nvPr>
        </p:nvSpPr>
        <p:spPr>
          <a:xfrm>
            <a:off x="12077700" y="6524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04</a:t>
            </a:r>
            <a:endParaRPr/>
          </a:p>
        </p:txBody>
      </p:sp>
      <p:sp>
        <p:nvSpPr>
          <p:cNvPr id="513" name="Google Shape;513;p9"/>
          <p:cNvSpPr txBox="1"/>
          <p:nvPr>
            <p:ph idx="15" type="body"/>
          </p:nvPr>
        </p:nvSpPr>
        <p:spPr>
          <a:xfrm>
            <a:off x="12077700" y="7391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F2F4FF"/>
                </a:solidFill>
                <a:latin typeface="Readex Pro"/>
                <a:ea typeface="Readex Pro"/>
                <a:cs typeface="Readex Pro"/>
                <a:sym typeface="Readex Pro"/>
              </a:rPr>
              <a:t>[القسم الرابع]</a:t>
            </a:r>
            <a:endParaRPr/>
          </a:p>
        </p:txBody>
      </p:sp>
      <p:sp>
        <p:nvSpPr>
          <p:cNvPr id="514" name="Google Shape;514;p9"/>
          <p:cNvSpPr txBox="1"/>
          <p:nvPr>
            <p:ph idx="16" type="body"/>
          </p:nvPr>
        </p:nvSpPr>
        <p:spPr>
          <a:xfrm>
            <a:off x="12077700" y="8086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[موضوع القسم باختصار]</a:t>
            </a:r>
            <a:endParaRPr>
              <a:latin typeface="Readex Pro Light"/>
              <a:ea typeface="Readex Pro Light"/>
              <a:cs typeface="Readex Pro Light"/>
              <a:sym typeface="Readex Pro Light"/>
            </a:endParaRPr>
          </a:p>
        </p:txBody>
      </p:sp>
      <p:sp>
        <p:nvSpPr>
          <p:cNvPr id="515" name="Google Shape;515;p9"/>
          <p:cNvSpPr txBox="1"/>
          <p:nvPr>
            <p:ph idx="17" type="body"/>
          </p:nvPr>
        </p:nvSpPr>
        <p:spPr>
          <a:xfrm>
            <a:off x="6743700" y="6524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05</a:t>
            </a:r>
            <a:endParaRPr/>
          </a:p>
        </p:txBody>
      </p:sp>
      <p:sp>
        <p:nvSpPr>
          <p:cNvPr id="516" name="Google Shape;516;p9"/>
          <p:cNvSpPr txBox="1"/>
          <p:nvPr>
            <p:ph idx="18" type="body"/>
          </p:nvPr>
        </p:nvSpPr>
        <p:spPr>
          <a:xfrm>
            <a:off x="6743700" y="7391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F2F4FF"/>
                </a:solidFill>
                <a:latin typeface="Readex Pro"/>
                <a:ea typeface="Readex Pro"/>
                <a:cs typeface="Readex Pro"/>
                <a:sym typeface="Readex Pro"/>
              </a:rPr>
              <a:t>[القسم الخامس]</a:t>
            </a:r>
            <a:endParaRPr/>
          </a:p>
        </p:txBody>
      </p:sp>
      <p:sp>
        <p:nvSpPr>
          <p:cNvPr id="517" name="Google Shape;517;p9"/>
          <p:cNvSpPr txBox="1"/>
          <p:nvPr>
            <p:ph idx="19" type="body"/>
          </p:nvPr>
        </p:nvSpPr>
        <p:spPr>
          <a:xfrm>
            <a:off x="6743700" y="8086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[موضوع القسم باختصار]</a:t>
            </a:r>
            <a:endParaRPr>
              <a:latin typeface="Readex Pro Light"/>
              <a:ea typeface="Readex Pro Light"/>
              <a:cs typeface="Readex Pro Light"/>
              <a:sym typeface="Readex Pro Light"/>
            </a:endParaRPr>
          </a:p>
        </p:txBody>
      </p:sp>
      <p:sp>
        <p:nvSpPr>
          <p:cNvPr id="518" name="Google Shape;518;p9"/>
          <p:cNvSpPr txBox="1"/>
          <p:nvPr>
            <p:ph idx="20" type="body"/>
          </p:nvPr>
        </p:nvSpPr>
        <p:spPr>
          <a:xfrm>
            <a:off x="1409700" y="6524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06</a:t>
            </a:r>
            <a:endParaRPr/>
          </a:p>
        </p:txBody>
      </p:sp>
      <p:sp>
        <p:nvSpPr>
          <p:cNvPr id="519" name="Google Shape;519;p9"/>
          <p:cNvSpPr txBox="1"/>
          <p:nvPr>
            <p:ph idx="21" type="body"/>
          </p:nvPr>
        </p:nvSpPr>
        <p:spPr>
          <a:xfrm>
            <a:off x="1409700" y="7391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F2F4FF"/>
                </a:solidFill>
                <a:latin typeface="Readex Pro"/>
                <a:ea typeface="Readex Pro"/>
                <a:cs typeface="Readex Pro"/>
                <a:sym typeface="Readex Pro"/>
              </a:rPr>
              <a:t>[القسم السادس]</a:t>
            </a:r>
            <a:endParaRPr/>
          </a:p>
        </p:txBody>
      </p:sp>
      <p:sp>
        <p:nvSpPr>
          <p:cNvPr id="520" name="Google Shape;520;p9"/>
          <p:cNvSpPr txBox="1"/>
          <p:nvPr>
            <p:ph idx="22" type="body"/>
          </p:nvPr>
        </p:nvSpPr>
        <p:spPr>
          <a:xfrm>
            <a:off x="1409700" y="8086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[موضوع القسم باختصار]</a:t>
            </a:r>
            <a:endParaRPr>
              <a:latin typeface="Readex Pro Light"/>
              <a:ea typeface="Readex Pro Light"/>
              <a:cs typeface="Readex Pro Light"/>
              <a:sym typeface="Readex Pro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25" name="Shape 525"/>
        <p:cNvGrpSpPr/>
        <p:nvPr/>
      </p:nvGrpSpPr>
      <p:grpSpPr>
        <a:xfrm>
          <a:off x="0" y="0"/>
          <a:ext cx="0" cy="0"/>
          <a:chOff x="0" y="0"/>
          <a:chExt cx="0" cy="0"/>
        </a:xfrm>
      </p:grpSpPr>
      <p:pic>
        <p:nvPicPr>
          <p:cNvPr id="526" name="Google Shape;526;p10"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527" name="Google Shape;527;p10"/>
          <p:cNvSpPr txBox="1"/>
          <p:nvPr>
            <p:ph idx="1" type="body"/>
          </p:nvPr>
        </p:nvSpPr>
        <p:spPr>
          <a:xfrm>
            <a:off x="13125450" y="3143250"/>
            <a:ext cx="3619500" cy="12384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8400"/>
              <a:buNone/>
            </a:pPr>
            <a:r>
              <a:rPr b="1" lang="ar-SA" sz="8400">
                <a:solidFill>
                  <a:srgbClr val="2EF2C2"/>
                </a:solidFill>
                <a:latin typeface="Readex Pro"/>
                <a:ea typeface="Readex Pro"/>
                <a:cs typeface="Readex Pro"/>
                <a:sym typeface="Readex Pro"/>
              </a:rPr>
              <a:t>01</a:t>
            </a:r>
            <a:endParaRPr/>
          </a:p>
        </p:txBody>
      </p:sp>
      <p:sp>
        <p:nvSpPr>
          <p:cNvPr id="528" name="Google Shape;528;p10"/>
          <p:cNvSpPr txBox="1"/>
          <p:nvPr>
            <p:ph type="title"/>
          </p:nvPr>
        </p:nvSpPr>
        <p:spPr>
          <a:xfrm>
            <a:off x="9179000" y="4810125"/>
            <a:ext cx="7566000" cy="1238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6000"/>
              <a:buNone/>
            </a:pPr>
            <a:r>
              <a:rPr b="1" lang="ar-SA" sz="6000">
                <a:solidFill>
                  <a:srgbClr val="F2F4FF"/>
                </a:solidFill>
                <a:latin typeface="Readex Pro"/>
                <a:ea typeface="Readex Pro"/>
                <a:cs typeface="Readex Pro"/>
                <a:sym typeface="Readex Pro"/>
              </a:rPr>
              <a:t>[عنوان القسم]</a:t>
            </a:r>
            <a:endParaRPr/>
          </a:p>
        </p:txBody>
      </p:sp>
      <p:sp>
        <p:nvSpPr>
          <p:cNvPr id="529" name="Google Shape;529;p10"/>
          <p:cNvSpPr txBox="1"/>
          <p:nvPr>
            <p:ph idx="2" type="body"/>
          </p:nvPr>
        </p:nvSpPr>
        <p:spPr>
          <a:xfrm>
            <a:off x="9729275" y="6572250"/>
            <a:ext cx="7015500" cy="675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0" lang="ar-SA" sz="2850">
                <a:solidFill>
                  <a:srgbClr val="CBCFE6"/>
                </a:solidFill>
                <a:latin typeface="Readex Pro"/>
                <a:ea typeface="Readex Pro"/>
                <a:cs typeface="Readex Pro"/>
                <a:sym typeface="Readex Pro"/>
              </a:rPr>
              <a:t>[جملة تمهيدية تصف محتوى القسم]</a:t>
            </a:r>
            <a:endParaRPr/>
          </a:p>
        </p:txBody>
      </p:sp>
      <p:pic>
        <p:nvPicPr>
          <p:cNvPr id="530" name="Google Shape;530;p10"/>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35" name="Shape 535"/>
        <p:cNvGrpSpPr/>
        <p:nvPr/>
      </p:nvGrpSpPr>
      <p:grpSpPr>
        <a:xfrm>
          <a:off x="0" y="0"/>
          <a:ext cx="0" cy="0"/>
          <a:chOff x="0" y="0"/>
          <a:chExt cx="0" cy="0"/>
        </a:xfrm>
      </p:grpSpPr>
      <p:pic>
        <p:nvPicPr>
          <p:cNvPr id="536" name="Google Shape;536;p11"/>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37" name="Google Shape;537;p1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538" name="Google Shape;538;p1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[عنوان الشريحة]</a:t>
            </a:r>
            <a:endParaRPr/>
          </a:p>
        </p:txBody>
      </p:sp>
      <p:sp>
        <p:nvSpPr>
          <p:cNvPr id="539" name="Google Shape;539;p11"/>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[فكرة واحدة تشرح ما سيقرأه الجمهور]</a:t>
            </a:r>
            <a:endParaRPr/>
          </a:p>
        </p:txBody>
      </p:sp>
      <p:sp>
        <p:nvSpPr>
          <p:cNvPr id="540" name="Google Shape;540;p1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41" name="Google Shape;541;p11"/>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[النقطة الأولى]</a:t>
            </a:r>
            <a:endParaRPr/>
          </a:p>
        </p:txBody>
      </p:sp>
      <p:sp>
        <p:nvSpPr>
          <p:cNvPr id="542" name="Google Shape;542;p11"/>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[شرح قصير يدعم الفكرة مع دليل أو مثال]</a:t>
            </a:r>
            <a:endParaRPr/>
          </a:p>
        </p:txBody>
      </p:sp>
      <p:sp>
        <p:nvSpPr>
          <p:cNvPr id="543" name="Google Shape;543;p11"/>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[النقطة الثانية]</a:t>
            </a:r>
            <a:endParaRPr/>
          </a:p>
        </p:txBody>
      </p:sp>
      <p:sp>
        <p:nvSpPr>
          <p:cNvPr id="544" name="Google Shape;544;p11"/>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[شرح قصير يدعم الفكرة مع دليل أو مثال]</a:t>
            </a:r>
            <a:endParaRPr/>
          </a:p>
        </p:txBody>
      </p:sp>
      <p:sp>
        <p:nvSpPr>
          <p:cNvPr id="545" name="Google Shape;545;p11"/>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[النقطة الثالثة]</a:t>
            </a:r>
            <a:endParaRPr/>
          </a:p>
        </p:txBody>
      </p:sp>
      <p:sp>
        <p:nvSpPr>
          <p:cNvPr id="546" name="Google Shape;546;p11"/>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[شرح قصير يدعم الفكرة مع دليل أو مثال]</a:t>
            </a:r>
            <a:endParaRPr/>
          </a:p>
        </p:txBody>
      </p:sp>
      <p:sp>
        <p:nvSpPr>
          <p:cNvPr id="547" name="Google Shape;547;p11"/>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[النقطة الرابعة]</a:t>
            </a:r>
            <a:endParaRPr/>
          </a:p>
        </p:txBody>
      </p:sp>
      <p:sp>
        <p:nvSpPr>
          <p:cNvPr id="548" name="Google Shape;548;p11"/>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[شرح قصير يدعم الفكرة مع دليل أو مثال]</a:t>
            </a:r>
            <a:endParaRPr/>
          </a:p>
        </p:txBody>
      </p:sp>
      <p:sp>
        <p:nvSpPr>
          <p:cNvPr id="549" name="Google Shape;549;p11"/>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55" name="Shape 555"/>
        <p:cNvGrpSpPr/>
        <p:nvPr/>
      </p:nvGrpSpPr>
      <p:grpSpPr>
        <a:xfrm>
          <a:off x="0" y="0"/>
          <a:ext cx="0" cy="0"/>
          <a:chOff x="0" y="0"/>
          <a:chExt cx="0" cy="0"/>
        </a:xfrm>
      </p:grpSpPr>
      <p:pic>
        <p:nvPicPr>
          <p:cNvPr id="556" name="Google Shape;556;p12"/>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57" name="Google Shape;557;p12"/>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8" name="Google Shape;558;p12"/>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59" name="Google Shape;559;p12"/>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560" name="Google Shape;560;p12"/>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[عنوان النص]</a:t>
            </a:r>
            <a:endParaRPr/>
          </a:p>
        </p:txBody>
      </p:sp>
      <p:sp>
        <p:nvSpPr>
          <p:cNvPr id="561" name="Google Shape;561;p1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62" name="Google Shape;562;p12"/>
          <p:cNvSpPr txBox="1"/>
          <p:nvPr>
            <p:ph idx="2" type="body"/>
          </p:nvPr>
        </p:nvSpPr>
        <p:spPr>
          <a:xfrm>
            <a:off x="5886450" y="3604500"/>
            <a:ext cx="10953900" cy="2239800"/>
          </a:xfrm>
          <a:prstGeom prst="rect">
            <a:avLst/>
          </a:prstGeom>
          <a:noFill/>
          <a:ln>
            <a:noFill/>
          </a:ln>
        </p:spPr>
        <p:txBody>
          <a:bodyPr anchorCtr="0" anchor="t" bIns="0" lIns="0" spcFirstLastPara="1" rIns="0" wrap="square" tIns="0">
            <a:noAutofit/>
          </a:bodyPr>
          <a:lstStyle/>
          <a:p>
            <a:pPr indent="0" lvl="0" marL="0" rtl="1" algn="r">
              <a:lnSpc>
                <a:spcPct val="115000"/>
              </a:lnSpc>
              <a:spcBef>
                <a:spcPts val="0"/>
              </a:spcBef>
              <a:spcAft>
                <a:spcPts val="0"/>
              </a:spcAft>
              <a:buSzPts val="3225"/>
              <a:buNone/>
            </a:pPr>
            <a:r>
              <a:rPr lang="ar-SA" sz="3225">
                <a:solidFill>
                  <a:srgbClr val="F2F4FF"/>
                </a:solidFill>
                <a:latin typeface="Readex Pro Light"/>
                <a:ea typeface="Readex Pro Light"/>
                <a:cs typeface="Readex Pro Light"/>
                <a:sym typeface="Readex Pro Light"/>
              </a:rPr>
              <a:t>[فقرة رئيسية توضّح الفكرة وتربطها بالمشكلة التي يعالجها المشروع. اذكر ما يحتاج الجمهور إلى فهمه، واترك التفاصيل الإضافية للشرح الشفهي.]</a:t>
            </a:r>
            <a:endParaRPr>
              <a:latin typeface="Readex Pro Light"/>
              <a:ea typeface="Readex Pro Light"/>
              <a:cs typeface="Readex Pro Light"/>
              <a:sym typeface="Readex Pro Light"/>
            </a:endParaRPr>
          </a:p>
        </p:txBody>
      </p:sp>
      <p:sp>
        <p:nvSpPr>
          <p:cNvPr id="563" name="Google Shape;563;p12"/>
          <p:cNvSpPr txBox="1"/>
          <p:nvPr>
            <p:ph idx="3" type="body"/>
          </p:nvPr>
        </p:nvSpPr>
        <p:spPr>
          <a:xfrm>
            <a:off x="5886450" y="7239000"/>
            <a:ext cx="1095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700"/>
              <a:buNone/>
            </a:pPr>
            <a:r>
              <a:rPr b="1" lang="ar-SA" sz="2700">
                <a:solidFill>
                  <a:srgbClr val="2EF2C2"/>
                </a:solidFill>
                <a:latin typeface="Readex Pro"/>
                <a:ea typeface="Readex Pro"/>
                <a:cs typeface="Readex Pro"/>
                <a:sym typeface="Readex Pro"/>
              </a:rPr>
              <a:t>[عنوان داعم]</a:t>
            </a:r>
            <a:endParaRPr/>
          </a:p>
        </p:txBody>
      </p:sp>
      <p:sp>
        <p:nvSpPr>
          <p:cNvPr id="564" name="Google Shape;564;p12"/>
          <p:cNvSpPr txBox="1"/>
          <p:nvPr>
            <p:ph idx="4" type="body"/>
          </p:nvPr>
        </p:nvSpPr>
        <p:spPr>
          <a:xfrm>
            <a:off x="5886450" y="8001000"/>
            <a:ext cx="10953900" cy="857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[دليل مختصر أو ملاحظة تكمّل الفكرة]</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69" name="Shape 569"/>
        <p:cNvGrpSpPr/>
        <p:nvPr/>
      </p:nvGrpSpPr>
      <p:grpSpPr>
        <a:xfrm>
          <a:off x="0" y="0"/>
          <a:ext cx="0" cy="0"/>
          <a:chOff x="0" y="0"/>
          <a:chExt cx="0" cy="0"/>
        </a:xfrm>
      </p:grpSpPr>
      <p:pic>
        <p:nvPicPr>
          <p:cNvPr id="570" name="Google Shape;570;p13"/>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71" name="Google Shape;571;p13"/>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72" name="Google Shape;572;p13"/>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73" name="Google Shape;573;p13"/>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574" name="Google Shape;574;p13"/>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[عنوان يشرح الصورة]</a:t>
            </a:r>
            <a:endParaRPr/>
          </a:p>
        </p:txBody>
      </p:sp>
      <p:sp>
        <p:nvSpPr>
          <p:cNvPr id="575" name="Google Shape;575;p1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76" name="Google Shape;576;p13"/>
          <p:cNvSpPr/>
          <p:nvPr>
            <p:ph idx="2" type="pic"/>
          </p:nvPr>
        </p:nvSpPr>
        <p:spPr>
          <a:xfrm>
            <a:off x="1428750" y="4048125"/>
            <a:ext cx="8382000" cy="4714800"/>
          </a:xfrm>
          <a:prstGeom prst="rect">
            <a:avLst/>
          </a:prstGeom>
          <a:solidFill>
            <a:srgbClr val="161D48"/>
          </a:solidFill>
          <a:ln cap="flat" cmpd="sng" w="11425">
            <a:solidFill>
              <a:srgbClr val="4A5590"/>
            </a:solidFill>
            <a:prstDash val="solid"/>
            <a:round/>
            <a:headEnd len="sm" w="sm" type="none"/>
            <a:tailEnd len="sm" w="sm" type="none"/>
          </a:ln>
        </p:spPr>
      </p:sp>
      <p:sp>
        <p:nvSpPr>
          <p:cNvPr id="577" name="Google Shape;577;p13"/>
          <p:cNvSpPr txBox="1"/>
          <p:nvPr>
            <p:ph idx="3" type="body"/>
          </p:nvPr>
        </p:nvSpPr>
        <p:spPr>
          <a:xfrm>
            <a:off x="10458450" y="409575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[ما الذي نراه؟]</a:t>
            </a:r>
            <a:endParaRPr/>
          </a:p>
        </p:txBody>
      </p:sp>
      <p:sp>
        <p:nvSpPr>
          <p:cNvPr id="578" name="Google Shape;578;p13"/>
          <p:cNvSpPr txBox="1"/>
          <p:nvPr>
            <p:ph idx="4" type="body"/>
          </p:nvPr>
        </p:nvSpPr>
        <p:spPr>
          <a:xfrm>
            <a:off x="10458450" y="480060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[اشرح ما تُظهره الصورة وكيف يدعم ذلك فكرة المشروع.]</a:t>
            </a:r>
            <a:endParaRPr/>
          </a:p>
        </p:txBody>
      </p:sp>
      <p:sp>
        <p:nvSpPr>
          <p:cNvPr id="579" name="Google Shape;579;p13"/>
          <p:cNvSpPr txBox="1"/>
          <p:nvPr>
            <p:ph idx="5" type="body"/>
          </p:nvPr>
        </p:nvSpPr>
        <p:spPr>
          <a:xfrm>
            <a:off x="10458450" y="666750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[ما الذي يهم المستخدم؟]</a:t>
            </a:r>
            <a:endParaRPr/>
          </a:p>
        </p:txBody>
      </p:sp>
      <p:sp>
        <p:nvSpPr>
          <p:cNvPr id="580" name="Google Shape;580;p13"/>
          <p:cNvSpPr txBox="1"/>
          <p:nvPr>
            <p:ph idx="6" type="body"/>
          </p:nvPr>
        </p:nvSpPr>
        <p:spPr>
          <a:xfrm>
            <a:off x="10458450" y="737235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[اذكر الفائدة أو النتيجة التي يوضحها هذا المثال.]</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85" name="Shape 585"/>
        <p:cNvGrpSpPr/>
        <p:nvPr/>
      </p:nvGrpSpPr>
      <p:grpSpPr>
        <a:xfrm>
          <a:off x="0" y="0"/>
          <a:ext cx="0" cy="0"/>
          <a:chOff x="0" y="0"/>
          <a:chExt cx="0" cy="0"/>
        </a:xfrm>
      </p:grpSpPr>
      <p:pic>
        <p:nvPicPr>
          <p:cNvPr id="586" name="Google Shape;586;p14"/>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87" name="Google Shape;587;p14"/>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88" name="Google Shape;588;p1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89" name="Google Shape;589;p1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590" name="Google Shape;590;p1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[عنوان يشرح الصورة المربعة]</a:t>
            </a:r>
            <a:endParaRPr/>
          </a:p>
        </p:txBody>
      </p:sp>
      <p:sp>
        <p:nvSpPr>
          <p:cNvPr id="591" name="Google Shape;591;p1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92" name="Google Shape;592;p14"/>
          <p:cNvSpPr/>
          <p:nvPr>
            <p:ph idx="2" type="pic"/>
          </p:nvPr>
        </p:nvSpPr>
        <p:spPr>
          <a:xfrm>
            <a:off x="2190750" y="2999025"/>
            <a:ext cx="5715000" cy="5715000"/>
          </a:xfrm>
          <a:prstGeom prst="roundRect">
            <a:avLst>
              <a:gd fmla="val 4285" name="adj"/>
            </a:avLst>
          </a:prstGeom>
          <a:solidFill>
            <a:srgbClr val="161D48"/>
          </a:solidFill>
          <a:ln cap="flat" cmpd="sng" w="11425">
            <a:solidFill>
              <a:srgbClr val="4A5590"/>
            </a:solidFill>
            <a:prstDash val="solid"/>
            <a:round/>
            <a:headEnd len="sm" w="sm" type="none"/>
            <a:tailEnd len="sm" w="sm" type="none"/>
          </a:ln>
        </p:spPr>
      </p:sp>
      <p:sp>
        <p:nvSpPr>
          <p:cNvPr id="593" name="Google Shape;593;p14"/>
          <p:cNvSpPr txBox="1"/>
          <p:nvPr>
            <p:ph idx="3" type="body"/>
          </p:nvPr>
        </p:nvSpPr>
        <p:spPr>
          <a:xfrm>
            <a:off x="9696450" y="3905250"/>
            <a:ext cx="7143900" cy="800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450"/>
              <a:buNone/>
            </a:pPr>
            <a:r>
              <a:rPr b="1" lang="ar-SA" sz="3450">
                <a:solidFill>
                  <a:srgbClr val="2EF2C2"/>
                </a:solidFill>
                <a:latin typeface="Readex Pro"/>
                <a:ea typeface="Readex Pro"/>
                <a:cs typeface="Readex Pro"/>
                <a:sym typeface="Readex Pro"/>
              </a:rPr>
              <a:t>[الفكرة الرئيسية]</a:t>
            </a:r>
            <a:endParaRPr/>
          </a:p>
        </p:txBody>
      </p:sp>
      <p:sp>
        <p:nvSpPr>
          <p:cNvPr id="594" name="Google Shape;594;p14"/>
          <p:cNvSpPr txBox="1"/>
          <p:nvPr>
            <p:ph idx="4" type="body"/>
          </p:nvPr>
        </p:nvSpPr>
        <p:spPr>
          <a:xfrm>
            <a:off x="9696450" y="5191125"/>
            <a:ext cx="7143900" cy="2032500"/>
          </a:xfrm>
          <a:prstGeom prst="rect">
            <a:avLst/>
          </a:prstGeom>
          <a:noFill/>
          <a:ln>
            <a:noFill/>
          </a:ln>
        </p:spPr>
        <p:txBody>
          <a:bodyPr anchorCtr="0" anchor="t" bIns="0" lIns="0" spcFirstLastPara="1" rIns="0" wrap="square" tIns="0">
            <a:noAutofit/>
          </a:bodyPr>
          <a:lstStyle/>
          <a:p>
            <a:pPr indent="0" lvl="0" marL="0" rtl="1" algn="r">
              <a:lnSpc>
                <a:spcPct val="115000"/>
              </a:lnSpc>
              <a:spcBef>
                <a:spcPts val="0"/>
              </a:spcBef>
              <a:spcAft>
                <a:spcPts val="0"/>
              </a:spcAft>
              <a:buSzPts val="2850"/>
              <a:buNone/>
            </a:pPr>
            <a:r>
              <a:rPr lang="ar-SA" sz="2850">
                <a:solidFill>
                  <a:srgbClr val="F2F4FF"/>
                </a:solidFill>
                <a:latin typeface="Readex Pro Light"/>
                <a:ea typeface="Readex Pro Light"/>
                <a:cs typeface="Readex Pro Light"/>
                <a:sym typeface="Readex Pro Light"/>
              </a:rPr>
              <a:t>[نص موجز يوضح ما في الصورة، ولماذا أضفتها إلى العرض. ركّز على رسالة واحدة يمكن فهمها سريعًا.]</a:t>
            </a:r>
            <a:endParaRPr>
              <a:latin typeface="Readex Pro Light"/>
              <a:ea typeface="Readex Pro Light"/>
              <a:cs typeface="Readex Pro Light"/>
              <a:sym typeface="Readex Pro Light"/>
            </a:endParaRPr>
          </a:p>
        </p:txBody>
      </p:sp>
      <p:sp>
        <p:nvSpPr>
          <p:cNvPr id="595" name="Google Shape;595;p14"/>
          <p:cNvSpPr txBox="1"/>
          <p:nvPr>
            <p:ph idx="5" type="body"/>
          </p:nvPr>
        </p:nvSpPr>
        <p:spPr>
          <a:xfrm>
            <a:off x="9696450" y="8048625"/>
            <a:ext cx="7143900" cy="743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950"/>
              <a:buNone/>
            </a:pPr>
            <a:r>
              <a:rPr b="0" lang="ar-SA" sz="1950">
                <a:solidFill>
                  <a:srgbClr val="CBCFE6"/>
                </a:solidFill>
                <a:latin typeface="Readex Pro"/>
                <a:ea typeface="Readex Pro"/>
                <a:cs typeface="Readex Pro"/>
                <a:sym typeface="Readex Pro"/>
              </a:rPr>
              <a:t>[تعليق أو مصدر الصورة]</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00" name="Shape 600"/>
        <p:cNvGrpSpPr/>
        <p:nvPr/>
      </p:nvGrpSpPr>
      <p:grpSpPr>
        <a:xfrm>
          <a:off x="0" y="0"/>
          <a:ext cx="0" cy="0"/>
          <a:chOff x="0" y="0"/>
          <a:chExt cx="0" cy="0"/>
        </a:xfrm>
      </p:grpSpPr>
      <p:pic>
        <p:nvPicPr>
          <p:cNvPr id="601" name="Google Shape;601;p15"/>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602" name="Google Shape;602;p15"/>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603" name="Google Shape;603;p15"/>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04" name="Google Shape;604;p15"/>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605" name="Google Shape;605;p15"/>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[الأثر أو المؤشرات]</a:t>
            </a:r>
            <a:endParaRPr/>
          </a:p>
        </p:txBody>
      </p:sp>
      <p:sp>
        <p:nvSpPr>
          <p:cNvPr id="606" name="Google Shape;606;p15"/>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[الفترة أو عينة القياس]</a:t>
            </a:r>
            <a:endParaRPr/>
          </a:p>
        </p:txBody>
      </p:sp>
      <p:sp>
        <p:nvSpPr>
          <p:cNvPr id="607" name="Google Shape;607;p1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08" name="Google Shape;608;p15"/>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[قيمة]</a:t>
            </a:r>
            <a:endParaRPr/>
          </a:p>
        </p:txBody>
      </p:sp>
      <p:sp>
        <p:nvSpPr>
          <p:cNvPr id="609" name="Google Shape;609;p15"/>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[اسم المؤشر]</a:t>
            </a:r>
            <a:endParaRPr/>
          </a:p>
        </p:txBody>
      </p:sp>
      <p:sp>
        <p:nvSpPr>
          <p:cNvPr id="610" name="Google Shape;610;p15"/>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[وحدة القياس]</a:t>
            </a:r>
            <a:endParaRPr/>
          </a:p>
        </p:txBody>
      </p:sp>
      <p:sp>
        <p:nvSpPr>
          <p:cNvPr id="611" name="Google Shape;611;p15"/>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[قيمة]</a:t>
            </a:r>
            <a:endParaRPr/>
          </a:p>
        </p:txBody>
      </p:sp>
      <p:sp>
        <p:nvSpPr>
          <p:cNvPr id="612" name="Google Shape;612;p15"/>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[اسم المؤشر]</a:t>
            </a:r>
            <a:endParaRPr/>
          </a:p>
        </p:txBody>
      </p:sp>
      <p:sp>
        <p:nvSpPr>
          <p:cNvPr id="613" name="Google Shape;613;p15"/>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[وحدة القياس]</a:t>
            </a:r>
            <a:endParaRPr/>
          </a:p>
        </p:txBody>
      </p:sp>
      <p:sp>
        <p:nvSpPr>
          <p:cNvPr id="614" name="Google Shape;614;p15"/>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[قيمة]</a:t>
            </a:r>
            <a:endParaRPr/>
          </a:p>
        </p:txBody>
      </p:sp>
      <p:sp>
        <p:nvSpPr>
          <p:cNvPr id="615" name="Google Shape;615;p15"/>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[اسم المؤشر]</a:t>
            </a:r>
            <a:endParaRPr/>
          </a:p>
        </p:txBody>
      </p:sp>
      <p:sp>
        <p:nvSpPr>
          <p:cNvPr id="616" name="Google Shape;616;p15"/>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[وحدة القياس]</a:t>
            </a:r>
            <a:endParaRPr/>
          </a:p>
        </p:txBody>
      </p:sp>
      <p:sp>
        <p:nvSpPr>
          <p:cNvPr id="617" name="Google Shape;617;p15"/>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[قيمة]</a:t>
            </a:r>
            <a:endParaRPr/>
          </a:p>
        </p:txBody>
      </p:sp>
      <p:sp>
        <p:nvSpPr>
          <p:cNvPr id="618" name="Google Shape;618;p15"/>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[اسم المؤشر]</a:t>
            </a:r>
            <a:endParaRPr/>
          </a:p>
        </p:txBody>
      </p:sp>
      <p:sp>
        <p:nvSpPr>
          <p:cNvPr id="619" name="Google Shape;619;p15"/>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[وحدة القياس]</a:t>
            </a:r>
            <a:endParaRPr/>
          </a:p>
        </p:txBody>
      </p:sp>
      <p:sp>
        <p:nvSpPr>
          <p:cNvPr id="620" name="Google Shape;620;p15"/>
          <p:cNvSpPr txBox="1"/>
          <p:nvPr>
            <p:ph idx="18" type="body"/>
          </p:nvPr>
        </p:nvSpPr>
        <p:spPr>
          <a:xfrm>
            <a:off x="8381075" y="8763000"/>
            <a:ext cx="8459100" cy="476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CBCFE6"/>
                </a:solidFill>
                <a:latin typeface="Readex Pro"/>
                <a:ea typeface="Readex Pro"/>
                <a:cs typeface="Readex Pro"/>
                <a:sym typeface="Readex Pro"/>
              </a:rPr>
              <a:t>[مصدر البيانات وتاريخها]</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F"/>
        </a:solidFill>
      </p:bgPr>
    </p:bg>
    <p:spTree>
      <p:nvGrpSpPr>
        <p:cNvPr id="625" name="Shape 625"/>
        <p:cNvGrpSpPr/>
        <p:nvPr/>
      </p:nvGrpSpPr>
      <p:grpSpPr>
        <a:xfrm>
          <a:off x="0" y="0"/>
          <a:ext cx="0" cy="0"/>
          <a:chOff x="0" y="0"/>
          <a:chExt cx="0" cy="0"/>
        </a:xfrm>
      </p:grpSpPr>
      <p:pic>
        <p:nvPicPr>
          <p:cNvPr id="626" name="Google Shape;626;p16"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627" name="Google Shape;627;p1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sp>
        <p:nvSpPr>
          <p:cNvPr id="628" name="Google Shape;628;p16"/>
          <p:cNvSpPr txBox="1"/>
          <p:nvPr>
            <p:ph type="title"/>
          </p:nvPr>
        </p:nvSpPr>
        <p:spPr>
          <a:xfrm>
            <a:off x="2476500" y="3143250"/>
            <a:ext cx="13335000" cy="295275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5550"/>
              <a:buNone/>
            </a:pPr>
            <a:r>
              <a:rPr b="1" lang="ar-SA" sz="5550">
                <a:solidFill>
                  <a:srgbClr val="12183F"/>
                </a:solidFill>
                <a:latin typeface="Readex Pro"/>
                <a:ea typeface="Readex Pro"/>
                <a:cs typeface="Readex Pro"/>
                <a:sym typeface="Readex Pro"/>
              </a:rPr>
              <a:t>[رسالة رئيسية</a:t>
            </a:r>
            <a:endParaRPr/>
          </a:p>
          <a:p>
            <a:pPr indent="0" lvl="0" marL="0" rtl="1" algn="ctr">
              <a:lnSpc>
                <a:spcPct val="100000"/>
              </a:lnSpc>
              <a:spcBef>
                <a:spcPts val="0"/>
              </a:spcBef>
              <a:spcAft>
                <a:spcPts val="0"/>
              </a:spcAft>
              <a:buSzPts val="5550"/>
              <a:buNone/>
            </a:pPr>
            <a:r>
              <a:rPr b="1" lang="ar-SA" sz="5550">
                <a:solidFill>
                  <a:srgbClr val="12183F"/>
                </a:solidFill>
                <a:latin typeface="Readex Pro"/>
                <a:ea typeface="Readex Pro"/>
                <a:cs typeface="Readex Pro"/>
                <a:sym typeface="Readex Pro"/>
              </a:rPr>
              <a:t>تريد أن يتذكرها الجمهور]</a:t>
            </a:r>
            <a:endParaRPr/>
          </a:p>
        </p:txBody>
      </p:sp>
      <p:sp>
        <p:nvSpPr>
          <p:cNvPr id="629" name="Google Shape;629;p16"/>
          <p:cNvSpPr txBox="1"/>
          <p:nvPr>
            <p:ph idx="1" type="body"/>
          </p:nvPr>
        </p:nvSpPr>
        <p:spPr>
          <a:xfrm>
            <a:off x="4202375" y="6905625"/>
            <a:ext cx="10752000" cy="5667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0" lang="ar-SA" sz="2700">
                <a:solidFill>
                  <a:srgbClr val="6150EA"/>
                </a:solidFill>
                <a:latin typeface="Readex Pro"/>
                <a:ea typeface="Readex Pro"/>
                <a:cs typeface="Readex Pro"/>
                <a:sym typeface="Readex Pro"/>
              </a:rPr>
              <a:t>[سطر داعم أو اسم صاحب الاقتباس]</a:t>
            </a:r>
            <a:endParaRPr/>
          </a:p>
        </p:txBody>
      </p:sp>
      <p:sp>
        <p:nvSpPr>
          <p:cNvPr id="630" name="Google Shape;630;p16"/>
          <p:cNvSpPr txBox="1"/>
          <p:nvPr>
            <p:ph idx="2" type="body"/>
          </p:nvPr>
        </p:nvSpPr>
        <p:spPr>
          <a:xfrm>
            <a:off x="3333750" y="8239125"/>
            <a:ext cx="11620500" cy="523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1950"/>
              <a:buNone/>
            </a:pPr>
            <a:r>
              <a:rPr b="0" lang="ar-SA" sz="1950">
                <a:solidFill>
                  <a:srgbClr val="4A5590"/>
                </a:solidFill>
                <a:latin typeface="Readex Pro"/>
                <a:ea typeface="Readex Pro"/>
                <a:cs typeface="Readex Pro"/>
                <a:sym typeface="Readex Pro"/>
              </a:rPr>
              <a:t>[المصدر عند استخدام اقتباس]</a:t>
            </a:r>
            <a:endParaRPr/>
          </a:p>
        </p:txBody>
      </p:sp>
      <p:pic>
        <p:nvPicPr>
          <p:cNvPr id="631" name="Google Shape;631;p16"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36" name="Shape 636"/>
        <p:cNvGrpSpPr/>
        <p:nvPr/>
      </p:nvGrpSpPr>
      <p:grpSpPr>
        <a:xfrm>
          <a:off x="0" y="0"/>
          <a:ext cx="0" cy="0"/>
          <a:chOff x="0" y="0"/>
          <a:chExt cx="0" cy="0"/>
        </a:xfrm>
      </p:grpSpPr>
      <p:pic>
        <p:nvPicPr>
          <p:cNvPr id="637" name="Google Shape;637;p1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638" name="Google Shape;638;p1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39" name="Google Shape;639;p1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640" name="Google Shape;640;p1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[عنوان الجدول أو المقارنة]</a:t>
            </a:r>
            <a:endParaRPr/>
          </a:p>
        </p:txBody>
      </p:sp>
      <p:sp>
        <p:nvSpPr>
          <p:cNvPr id="641" name="Google Shape;641;p1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[وصف مختصر للمقارنة أو البيانات]</a:t>
            </a:r>
            <a:endParaRPr/>
          </a:p>
        </p:txBody>
      </p:sp>
      <p:sp>
        <p:nvSpPr>
          <p:cNvPr id="642" name="Google Shape;642;p1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graphicFrame>
        <p:nvGraphicFramePr>
          <p:cNvPr id="643" name="Google Shape;643;p17"/>
          <p:cNvGraphicFramePr/>
          <p:nvPr/>
        </p:nvGraphicFramePr>
        <p:xfrm>
          <a:off x="1314450" y="3905250"/>
          <a:ext cx="3000000" cy="3000000"/>
        </p:xfrm>
        <a:graphic>
          <a:graphicData uri="http://schemas.openxmlformats.org/drawingml/2006/table">
            <a:tbl>
              <a:tblPr>
                <a:noFill/>
                <a:tableStyleId>{B8ED9858-D163-4338-9E88-1F424354888F}</a:tableStyleId>
              </a:tblPr>
              <a:tblGrid>
                <a:gridCol w="2286000"/>
                <a:gridCol w="3238500"/>
                <a:gridCol w="6191250"/>
                <a:gridCol w="3714750"/>
              </a:tblGrid>
              <a:tr h="781050">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القيمة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المسؤول أو الحالة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التفاصيل</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البند</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[قيمة]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[مسؤول أو حالة]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[تفاصيل مختصرة]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[البند 1]</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[قيمة]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[مسؤول أو حالة]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[تفاصيل مختصرة]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[البند 2]</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[قيمة]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[مسؤول أو حالة]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[تفاصيل مختصرة]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[البند 3]</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[قيمة]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[مسؤول أو حالة]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[تفاصيل مختصرة]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[البند 4]</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bl>
          </a:graphicData>
        </a:graphic>
      </p:graphicFrame>
      <p:sp>
        <p:nvSpPr>
          <p:cNvPr id="644" name="Google Shape;644;p17"/>
          <p:cNvSpPr txBox="1"/>
          <p:nvPr>
            <p:ph idx="3" type="body"/>
          </p:nvPr>
        </p:nvSpPr>
        <p:spPr>
          <a:xfrm>
            <a:off x="1409700" y="881062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CBCFE6"/>
                </a:solidFill>
                <a:latin typeface="Readex Pro"/>
                <a:ea typeface="Readex Pro"/>
                <a:cs typeface="Readex Pro"/>
                <a:sym typeface="Readex Pro"/>
              </a:rPr>
              <a:t>[مصدر البيانات أو ملاحظة ضرورية]</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49" name="Shape 649"/>
        <p:cNvGrpSpPr/>
        <p:nvPr/>
      </p:nvGrpSpPr>
      <p:grpSpPr>
        <a:xfrm>
          <a:off x="0" y="0"/>
          <a:ext cx="0" cy="0"/>
          <a:chOff x="0" y="0"/>
          <a:chExt cx="0" cy="0"/>
        </a:xfrm>
      </p:grpSpPr>
      <p:pic>
        <p:nvPicPr>
          <p:cNvPr id="650" name="Google Shape;650;p18"/>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651" name="Google Shape;651;p1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52" name="Google Shape;652;p1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653" name="Google Shape;653;p1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[خطة التنفيذ]</a:t>
            </a:r>
            <a:endParaRPr/>
          </a:p>
        </p:txBody>
      </p:sp>
      <p:sp>
        <p:nvSpPr>
          <p:cNvPr id="654" name="Google Shape;654;p1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[الفترة التي تغطيها الخطة]</a:t>
            </a:r>
            <a:endParaRPr/>
          </a:p>
        </p:txBody>
      </p:sp>
      <p:sp>
        <p:nvSpPr>
          <p:cNvPr id="655" name="Google Shape;655;p18"/>
          <p:cNvSpPr txBox="1"/>
          <p:nvPr>
            <p:ph idx="3" type="body"/>
          </p:nvPr>
        </p:nvSpPr>
        <p:spPr>
          <a:xfrm>
            <a:off x="13982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01</a:t>
            </a:r>
            <a:endParaRPr/>
          </a:p>
        </p:txBody>
      </p:sp>
      <p:sp>
        <p:nvSpPr>
          <p:cNvPr id="656" name="Google Shape;656;p18"/>
          <p:cNvSpPr txBox="1"/>
          <p:nvPr>
            <p:ph idx="4" type="body"/>
          </p:nvPr>
        </p:nvSpPr>
        <p:spPr>
          <a:xfrm>
            <a:off x="13982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[المرحلة]</a:t>
            </a:r>
            <a:endParaRPr/>
          </a:p>
        </p:txBody>
      </p:sp>
      <p:sp>
        <p:nvSpPr>
          <p:cNvPr id="657" name="Google Shape;657;p18"/>
          <p:cNvSpPr txBox="1"/>
          <p:nvPr>
            <p:ph idx="5" type="body"/>
          </p:nvPr>
        </p:nvSpPr>
        <p:spPr>
          <a:xfrm>
            <a:off x="13982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[الفترة]</a:t>
            </a:r>
            <a:endParaRPr/>
          </a:p>
        </p:txBody>
      </p:sp>
      <p:sp>
        <p:nvSpPr>
          <p:cNvPr id="658" name="Google Shape;658;p18"/>
          <p:cNvSpPr txBox="1"/>
          <p:nvPr>
            <p:ph idx="6" type="body"/>
          </p:nvPr>
        </p:nvSpPr>
        <p:spPr>
          <a:xfrm>
            <a:off x="13982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[مخرج المرحلة]</a:t>
            </a:r>
            <a:endParaRPr/>
          </a:p>
        </p:txBody>
      </p:sp>
      <p:sp>
        <p:nvSpPr>
          <p:cNvPr id="659" name="Google Shape;659;p18"/>
          <p:cNvSpPr txBox="1"/>
          <p:nvPr>
            <p:ph idx="7" type="body"/>
          </p:nvPr>
        </p:nvSpPr>
        <p:spPr>
          <a:xfrm>
            <a:off x="108394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02</a:t>
            </a:r>
            <a:endParaRPr/>
          </a:p>
        </p:txBody>
      </p:sp>
      <p:sp>
        <p:nvSpPr>
          <p:cNvPr id="660" name="Google Shape;660;p18"/>
          <p:cNvSpPr txBox="1"/>
          <p:nvPr>
            <p:ph idx="8" type="body"/>
          </p:nvPr>
        </p:nvSpPr>
        <p:spPr>
          <a:xfrm>
            <a:off x="108394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[المرحلة]</a:t>
            </a:r>
            <a:endParaRPr/>
          </a:p>
        </p:txBody>
      </p:sp>
      <p:sp>
        <p:nvSpPr>
          <p:cNvPr id="661" name="Google Shape;661;p18"/>
          <p:cNvSpPr txBox="1"/>
          <p:nvPr>
            <p:ph idx="9" type="body"/>
          </p:nvPr>
        </p:nvSpPr>
        <p:spPr>
          <a:xfrm>
            <a:off x="108394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[الفترة]</a:t>
            </a:r>
            <a:endParaRPr/>
          </a:p>
        </p:txBody>
      </p:sp>
      <p:sp>
        <p:nvSpPr>
          <p:cNvPr id="662" name="Google Shape;662;p18"/>
          <p:cNvSpPr txBox="1"/>
          <p:nvPr>
            <p:ph idx="13" type="body"/>
          </p:nvPr>
        </p:nvSpPr>
        <p:spPr>
          <a:xfrm>
            <a:off x="108394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[مخرج المرحلة]</a:t>
            </a:r>
            <a:endParaRPr/>
          </a:p>
        </p:txBody>
      </p:sp>
      <p:sp>
        <p:nvSpPr>
          <p:cNvPr id="663" name="Google Shape;663;p18"/>
          <p:cNvSpPr txBox="1"/>
          <p:nvPr>
            <p:ph idx="14" type="body"/>
          </p:nvPr>
        </p:nvSpPr>
        <p:spPr>
          <a:xfrm>
            <a:off x="76962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03</a:t>
            </a:r>
            <a:endParaRPr/>
          </a:p>
        </p:txBody>
      </p:sp>
      <p:sp>
        <p:nvSpPr>
          <p:cNvPr id="664" name="Google Shape;664;p18"/>
          <p:cNvSpPr txBox="1"/>
          <p:nvPr>
            <p:ph idx="15" type="body"/>
          </p:nvPr>
        </p:nvSpPr>
        <p:spPr>
          <a:xfrm>
            <a:off x="76962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[المرحلة]</a:t>
            </a:r>
            <a:endParaRPr/>
          </a:p>
        </p:txBody>
      </p:sp>
      <p:sp>
        <p:nvSpPr>
          <p:cNvPr id="665" name="Google Shape;665;p18"/>
          <p:cNvSpPr txBox="1"/>
          <p:nvPr>
            <p:ph idx="16" type="body"/>
          </p:nvPr>
        </p:nvSpPr>
        <p:spPr>
          <a:xfrm>
            <a:off x="76962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[الفترة]</a:t>
            </a:r>
            <a:endParaRPr/>
          </a:p>
        </p:txBody>
      </p:sp>
      <p:sp>
        <p:nvSpPr>
          <p:cNvPr id="666" name="Google Shape;666;p18"/>
          <p:cNvSpPr txBox="1"/>
          <p:nvPr>
            <p:ph idx="17" type="body"/>
          </p:nvPr>
        </p:nvSpPr>
        <p:spPr>
          <a:xfrm>
            <a:off x="76962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[مخرج المرحلة]</a:t>
            </a:r>
            <a:endParaRPr/>
          </a:p>
        </p:txBody>
      </p:sp>
      <p:sp>
        <p:nvSpPr>
          <p:cNvPr id="667" name="Google Shape;667;p18"/>
          <p:cNvSpPr txBox="1"/>
          <p:nvPr>
            <p:ph idx="18" type="body"/>
          </p:nvPr>
        </p:nvSpPr>
        <p:spPr>
          <a:xfrm>
            <a:off x="45529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04</a:t>
            </a:r>
            <a:endParaRPr/>
          </a:p>
        </p:txBody>
      </p:sp>
      <p:sp>
        <p:nvSpPr>
          <p:cNvPr id="668" name="Google Shape;668;p18"/>
          <p:cNvSpPr txBox="1"/>
          <p:nvPr>
            <p:ph idx="19" type="body"/>
          </p:nvPr>
        </p:nvSpPr>
        <p:spPr>
          <a:xfrm>
            <a:off x="45529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[المرحلة]</a:t>
            </a:r>
            <a:endParaRPr/>
          </a:p>
        </p:txBody>
      </p:sp>
      <p:sp>
        <p:nvSpPr>
          <p:cNvPr id="669" name="Google Shape;669;p18"/>
          <p:cNvSpPr txBox="1"/>
          <p:nvPr>
            <p:ph idx="20" type="body"/>
          </p:nvPr>
        </p:nvSpPr>
        <p:spPr>
          <a:xfrm>
            <a:off x="45529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[الفترة]</a:t>
            </a:r>
            <a:endParaRPr/>
          </a:p>
        </p:txBody>
      </p:sp>
      <p:sp>
        <p:nvSpPr>
          <p:cNvPr id="670" name="Google Shape;670;p18"/>
          <p:cNvSpPr txBox="1"/>
          <p:nvPr>
            <p:ph idx="21" type="body"/>
          </p:nvPr>
        </p:nvSpPr>
        <p:spPr>
          <a:xfrm>
            <a:off x="45529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[مخرج المرحلة]</a:t>
            </a:r>
            <a:endParaRPr/>
          </a:p>
        </p:txBody>
      </p:sp>
      <p:sp>
        <p:nvSpPr>
          <p:cNvPr id="671" name="Google Shape;671;p18"/>
          <p:cNvSpPr txBox="1"/>
          <p:nvPr>
            <p:ph idx="22" type="body"/>
          </p:nvPr>
        </p:nvSpPr>
        <p:spPr>
          <a:xfrm>
            <a:off x="1409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05</a:t>
            </a:r>
            <a:endParaRPr/>
          </a:p>
        </p:txBody>
      </p:sp>
      <p:sp>
        <p:nvSpPr>
          <p:cNvPr id="672" name="Google Shape;672;p18"/>
          <p:cNvSpPr txBox="1"/>
          <p:nvPr>
            <p:ph idx="23" type="body"/>
          </p:nvPr>
        </p:nvSpPr>
        <p:spPr>
          <a:xfrm>
            <a:off x="1409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[المرحلة]</a:t>
            </a:r>
            <a:endParaRPr/>
          </a:p>
        </p:txBody>
      </p:sp>
      <p:sp>
        <p:nvSpPr>
          <p:cNvPr id="673" name="Google Shape;673;p18"/>
          <p:cNvSpPr txBox="1"/>
          <p:nvPr>
            <p:ph idx="24" type="body"/>
          </p:nvPr>
        </p:nvSpPr>
        <p:spPr>
          <a:xfrm>
            <a:off x="1409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[الفترة]</a:t>
            </a:r>
            <a:endParaRPr/>
          </a:p>
        </p:txBody>
      </p:sp>
      <p:sp>
        <p:nvSpPr>
          <p:cNvPr id="674" name="Google Shape;674;p18"/>
          <p:cNvSpPr txBox="1"/>
          <p:nvPr>
            <p:ph idx="25" type="body"/>
          </p:nvPr>
        </p:nvSpPr>
        <p:spPr>
          <a:xfrm>
            <a:off x="1409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[مخرج المرحلة]</a:t>
            </a:r>
            <a:endParaRPr/>
          </a:p>
        </p:txBody>
      </p:sp>
      <p:cxnSp>
        <p:nvCxnSpPr>
          <p:cNvPr id="675" name="Google Shape;675;p18"/>
          <p:cNvCxnSpPr/>
          <p:nvPr/>
        </p:nvCxnSpPr>
        <p:spPr>
          <a:xfrm rot="10800000">
            <a:off x="13992300" y="4708975"/>
            <a:ext cx="2838300" cy="0"/>
          </a:xfrm>
          <a:prstGeom prst="straightConnector1">
            <a:avLst/>
          </a:prstGeom>
          <a:noFill/>
          <a:ln cap="flat" cmpd="sng" w="76200">
            <a:solidFill>
              <a:srgbClr val="6150EA"/>
            </a:solidFill>
            <a:prstDash val="solid"/>
            <a:round/>
            <a:headEnd len="med" w="med" type="none"/>
            <a:tailEnd len="med" w="med" type="none"/>
          </a:ln>
        </p:spPr>
      </p:cxnSp>
      <p:pic>
        <p:nvPicPr>
          <p:cNvPr id="676" name="Google Shape;676;p1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cxnSp>
        <p:nvCxnSpPr>
          <p:cNvPr id="677" name="Google Shape;677;p18"/>
          <p:cNvCxnSpPr/>
          <p:nvPr/>
        </p:nvCxnSpPr>
        <p:spPr>
          <a:xfrm rot="10800000">
            <a:off x="108300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8" name="Google Shape;678;p18"/>
          <p:cNvCxnSpPr/>
          <p:nvPr/>
        </p:nvCxnSpPr>
        <p:spPr>
          <a:xfrm rot="10800000">
            <a:off x="76677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9" name="Google Shape;679;p18"/>
          <p:cNvCxnSpPr/>
          <p:nvPr/>
        </p:nvCxnSpPr>
        <p:spPr>
          <a:xfrm rot="10800000">
            <a:off x="45054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80" name="Google Shape;680;p18"/>
          <p:cNvCxnSpPr/>
          <p:nvPr/>
        </p:nvCxnSpPr>
        <p:spPr>
          <a:xfrm rot="10800000">
            <a:off x="1343100" y="4708975"/>
            <a:ext cx="2838300" cy="0"/>
          </a:xfrm>
          <a:prstGeom prst="straightConnector1">
            <a:avLst/>
          </a:prstGeom>
          <a:noFill/>
          <a:ln cap="flat" cmpd="sng" w="76200">
            <a:solidFill>
              <a:srgbClr val="6150EA"/>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pic>
        <p:nvPicPr>
          <p:cNvPr id="686" name="Google Shape;686;p19"/>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pic>
        <p:nvPicPr>
          <p:cNvPr id="687" name="Google Shape;687;p19"/>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88" name="Google Shape;688;p19"/>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689" name="Google Shape;689;p19"/>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فريق العمل</a:t>
            </a:r>
            <a:endParaRPr/>
          </a:p>
        </p:txBody>
      </p:sp>
      <p:sp>
        <p:nvSpPr>
          <p:cNvPr id="690" name="Google Shape;690;p19"/>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[اسم الفريق]</a:t>
            </a:r>
            <a:endParaRPr/>
          </a:p>
        </p:txBody>
      </p:sp>
      <p:sp>
        <p:nvSpPr>
          <p:cNvPr id="691" name="Google Shape;691;p1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92" name="Google Shape;692;p19"/>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693" name="Google Shape;693;p19"/>
          <p:cNvSpPr txBox="1"/>
          <p:nvPr>
            <p:ph idx="4" type="body"/>
          </p:nvPr>
        </p:nvSpPr>
        <p:spPr>
          <a:xfrm>
            <a:off x="1371600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[اسم العضو]</a:t>
            </a:r>
            <a:endParaRPr/>
          </a:p>
        </p:txBody>
      </p:sp>
      <p:sp>
        <p:nvSpPr>
          <p:cNvPr id="694" name="Google Shape;694;p19"/>
          <p:cNvSpPr txBox="1"/>
          <p:nvPr>
            <p:ph idx="5" type="body"/>
          </p:nvPr>
        </p:nvSpPr>
        <p:spPr>
          <a:xfrm>
            <a:off x="1371600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2EF2C2"/>
                </a:solidFill>
                <a:latin typeface="Readex Pro"/>
                <a:ea typeface="Readex Pro"/>
                <a:cs typeface="Readex Pro"/>
                <a:sym typeface="Readex Pro"/>
              </a:rPr>
              <a:t>[دوره في المشروع]</a:t>
            </a:r>
            <a:endParaRPr/>
          </a:p>
        </p:txBody>
      </p:sp>
      <p:sp>
        <p:nvSpPr>
          <p:cNvPr id="695" name="Google Shape;695;p19"/>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696" name="Google Shape;696;p19"/>
          <p:cNvSpPr txBox="1"/>
          <p:nvPr>
            <p:ph idx="7" type="body"/>
          </p:nvPr>
        </p:nvSpPr>
        <p:spPr>
          <a:xfrm>
            <a:off x="971550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[اسم العضو]</a:t>
            </a:r>
            <a:endParaRPr/>
          </a:p>
        </p:txBody>
      </p:sp>
      <p:sp>
        <p:nvSpPr>
          <p:cNvPr id="697" name="Google Shape;697;p19"/>
          <p:cNvSpPr txBox="1"/>
          <p:nvPr>
            <p:ph idx="8" type="body"/>
          </p:nvPr>
        </p:nvSpPr>
        <p:spPr>
          <a:xfrm>
            <a:off x="971550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2EF2C2"/>
                </a:solidFill>
                <a:latin typeface="Readex Pro"/>
                <a:ea typeface="Readex Pro"/>
                <a:cs typeface="Readex Pro"/>
                <a:sym typeface="Readex Pro"/>
              </a:rPr>
              <a:t>[دوره في المشروع]</a:t>
            </a:r>
            <a:endParaRPr/>
          </a:p>
        </p:txBody>
      </p:sp>
      <p:sp>
        <p:nvSpPr>
          <p:cNvPr id="698" name="Google Shape;698;p19"/>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699" name="Google Shape;699;p19"/>
          <p:cNvSpPr txBox="1"/>
          <p:nvPr>
            <p:ph idx="13" type="body"/>
          </p:nvPr>
        </p:nvSpPr>
        <p:spPr>
          <a:xfrm>
            <a:off x="571500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[اسم العضو]</a:t>
            </a:r>
            <a:endParaRPr/>
          </a:p>
        </p:txBody>
      </p:sp>
      <p:sp>
        <p:nvSpPr>
          <p:cNvPr id="700" name="Google Shape;700;p19"/>
          <p:cNvSpPr txBox="1"/>
          <p:nvPr>
            <p:ph idx="14" type="body"/>
          </p:nvPr>
        </p:nvSpPr>
        <p:spPr>
          <a:xfrm>
            <a:off x="571500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2EF2C2"/>
                </a:solidFill>
                <a:latin typeface="Readex Pro"/>
                <a:ea typeface="Readex Pro"/>
                <a:cs typeface="Readex Pro"/>
                <a:sym typeface="Readex Pro"/>
              </a:rPr>
              <a:t>[دوره في المشروع]</a:t>
            </a:r>
            <a:endParaRPr/>
          </a:p>
        </p:txBody>
      </p:sp>
      <p:sp>
        <p:nvSpPr>
          <p:cNvPr id="701" name="Google Shape;701;p19"/>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702" name="Google Shape;702;p19"/>
          <p:cNvSpPr txBox="1"/>
          <p:nvPr>
            <p:ph idx="16" type="body"/>
          </p:nvPr>
        </p:nvSpPr>
        <p:spPr>
          <a:xfrm>
            <a:off x="171450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[اسم العضو]</a:t>
            </a:r>
            <a:endParaRPr/>
          </a:p>
        </p:txBody>
      </p:sp>
      <p:sp>
        <p:nvSpPr>
          <p:cNvPr id="703" name="Google Shape;703;p19"/>
          <p:cNvSpPr txBox="1"/>
          <p:nvPr>
            <p:ph idx="17" type="body"/>
          </p:nvPr>
        </p:nvSpPr>
        <p:spPr>
          <a:xfrm>
            <a:off x="171450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2EF2C2"/>
                </a:solidFill>
                <a:latin typeface="Readex Pro"/>
                <a:ea typeface="Readex Pro"/>
                <a:cs typeface="Readex Pro"/>
                <a:sym typeface="Readex Pro"/>
              </a:rPr>
              <a:t>[دوره في المشروع]</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pic>
        <p:nvPicPr>
          <p:cNvPr id="709" name="Google Shape;709;p2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710" name="Google Shape;710;p20"/>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6150EA"/>
                </a:solidFill>
                <a:latin typeface="Readex Pro"/>
                <a:ea typeface="Readex Pro"/>
                <a:cs typeface="Readex Pro"/>
                <a:sym typeface="Readex Pro"/>
              </a:rPr>
              <a:t>[اسم القسم]</a:t>
            </a:r>
            <a:endParaRPr/>
          </a:p>
        </p:txBody>
      </p:sp>
      <p:sp>
        <p:nvSpPr>
          <p:cNvPr id="711" name="Google Shape;711;p20"/>
          <p:cNvSpPr txBox="1"/>
          <p:nvPr>
            <p:ph type="title"/>
          </p:nvPr>
        </p:nvSpPr>
        <p:spPr>
          <a:xfrm>
            <a:off x="6637950" y="1809750"/>
            <a:ext cx="102024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12183F"/>
                </a:solidFill>
                <a:latin typeface="Readex Pro"/>
                <a:ea typeface="Readex Pro"/>
                <a:cs typeface="Readex Pro"/>
                <a:sym typeface="Readex Pro"/>
              </a:rPr>
              <a:t>[عنوان الشريحة الفاتحة]</a:t>
            </a:r>
            <a:endParaRPr/>
          </a:p>
        </p:txBody>
      </p:sp>
      <p:sp>
        <p:nvSpPr>
          <p:cNvPr id="712" name="Google Shape;712;p20"/>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4A5590"/>
                </a:solidFill>
                <a:latin typeface="Readex Pro"/>
                <a:ea typeface="Readex Pro"/>
                <a:cs typeface="Readex Pro"/>
                <a:sym typeface="Readex Pro"/>
              </a:rPr>
              <a:t>[فكرة واحدة تشرح المحتوى]</a:t>
            </a:r>
            <a:endParaRPr/>
          </a:p>
        </p:txBody>
      </p:sp>
      <p:sp>
        <p:nvSpPr>
          <p:cNvPr id="713" name="Google Shape;713;p2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sp>
        <p:nvSpPr>
          <p:cNvPr id="714" name="Google Shape;714;p20"/>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[النقطة الأولى]</a:t>
            </a:r>
            <a:endParaRPr/>
          </a:p>
        </p:txBody>
      </p:sp>
      <p:sp>
        <p:nvSpPr>
          <p:cNvPr id="715" name="Google Shape;715;p20"/>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[شرح مختصر أو دليل على الفكرة]</a:t>
            </a:r>
            <a:endParaRPr/>
          </a:p>
        </p:txBody>
      </p:sp>
      <p:sp>
        <p:nvSpPr>
          <p:cNvPr id="716" name="Google Shape;716;p20"/>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[النقطة الثانية]</a:t>
            </a:r>
            <a:endParaRPr/>
          </a:p>
        </p:txBody>
      </p:sp>
      <p:sp>
        <p:nvSpPr>
          <p:cNvPr id="717" name="Google Shape;717;p20"/>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[شرح مختصر أو دليل على الفكرة]</a:t>
            </a:r>
            <a:endParaRPr/>
          </a:p>
        </p:txBody>
      </p:sp>
      <p:sp>
        <p:nvSpPr>
          <p:cNvPr id="718" name="Google Shape;718;p20"/>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[النقطة الثالثة]</a:t>
            </a:r>
            <a:endParaRPr/>
          </a:p>
        </p:txBody>
      </p:sp>
      <p:sp>
        <p:nvSpPr>
          <p:cNvPr id="719" name="Google Shape;719;p20"/>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[شرح مختصر أو دليل على الفكرة]</a:t>
            </a:r>
            <a:endParaRPr/>
          </a:p>
        </p:txBody>
      </p:sp>
      <p:sp>
        <p:nvSpPr>
          <p:cNvPr id="720" name="Google Shape;720;p20"/>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[النقطة الرابعة]</a:t>
            </a:r>
            <a:endParaRPr/>
          </a:p>
        </p:txBody>
      </p:sp>
      <p:sp>
        <p:nvSpPr>
          <p:cNvPr id="721" name="Google Shape;721;p20"/>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[شرح مختصر أو دليل على الفكرة]</a:t>
            </a:r>
            <a:endParaRPr/>
          </a:p>
        </p:txBody>
      </p:sp>
      <p:pic>
        <p:nvPicPr>
          <p:cNvPr id="722" name="Google Shape;722;p2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pic>
        <p:nvPicPr>
          <p:cNvPr id="728" name="Google Shape;728;p21"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729" name="Google Shape;729;p21"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730" name="Google Shape;730;p2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graphicFrame>
        <p:nvGraphicFramePr>
          <p:cNvPr id="731" name="Google Shape;731;p21"/>
          <p:cNvGraphicFramePr/>
          <p:nvPr/>
        </p:nvGraphicFramePr>
        <p:xfrm>
          <a:off x="1714500" y="3905250"/>
          <a:ext cx="3000000" cy="3000000"/>
        </p:xfrm>
        <a:graphic>
          <a:graphicData uri="http://schemas.openxmlformats.org/drawingml/2006/table">
            <a:tbl>
              <a:tblPr>
                <a:noFill/>
                <a:tableStyleId>{B8ED9858-D163-4338-9E88-1F424354888F}</a:tableStyleId>
              </a:tblPr>
              <a:tblGrid>
                <a:gridCol w="2286000"/>
                <a:gridCol w="3238500"/>
                <a:gridCol w="6191250"/>
                <a:gridCol w="3714750"/>
              </a:tblGrid>
              <a:tr h="781050">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الموعد</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المسؤول</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التفاصيل</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البند</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[الموعد]</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[اسم المسؤول]</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[تفاصيل مختصرة]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[البند 1]</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[الموعد]</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[اسم المسؤول]</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[تفاصيل مختصرة]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[البند 2]</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[الموعد]</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[اسم المسؤول]</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[تفاصيل مختصرة]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[البند 3]</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[الموعد]</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[اسم المسؤول]</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[تفاصيل مختصرة]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[البند 4]</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bl>
          </a:graphicData>
        </a:graphic>
      </p:graphicFrame>
      <p:sp>
        <p:nvSpPr>
          <p:cNvPr id="732" name="Google Shape;732;p2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6150EA"/>
                </a:solidFill>
                <a:latin typeface="Readex Pro"/>
                <a:ea typeface="Readex Pro"/>
                <a:cs typeface="Readex Pro"/>
                <a:sym typeface="Readex Pro"/>
              </a:rPr>
              <a:t>[اسم القسم]</a:t>
            </a:r>
            <a:endParaRPr/>
          </a:p>
        </p:txBody>
      </p:sp>
      <p:sp>
        <p:nvSpPr>
          <p:cNvPr id="733" name="Google Shape;733;p2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12183F"/>
                </a:solidFill>
                <a:latin typeface="Readex Pro"/>
                <a:ea typeface="Readex Pro"/>
                <a:cs typeface="Readex Pro"/>
                <a:sym typeface="Readex Pro"/>
              </a:rPr>
              <a:t>[عنوان الجدول التفصيلي]</a:t>
            </a:r>
            <a:endParaRPr/>
          </a:p>
        </p:txBody>
      </p:sp>
      <p:sp>
        <p:nvSpPr>
          <p:cNvPr id="734" name="Google Shape;734;p21"/>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4A5590"/>
                </a:solidFill>
                <a:latin typeface="Readex Pro"/>
                <a:ea typeface="Readex Pro"/>
                <a:cs typeface="Readex Pro"/>
                <a:sym typeface="Readex Pro"/>
              </a:rPr>
              <a:t>[وصف مختصر للمقارنة أو البيانات]</a:t>
            </a:r>
            <a:endParaRPr/>
          </a:p>
        </p:txBody>
      </p:sp>
      <p:sp>
        <p:nvSpPr>
          <p:cNvPr id="735" name="Google Shape;735;p21"/>
          <p:cNvSpPr txBox="1"/>
          <p:nvPr>
            <p:ph idx="3" type="body"/>
          </p:nvPr>
        </p:nvSpPr>
        <p:spPr>
          <a:xfrm>
            <a:off x="1409700" y="881062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4A5590"/>
                </a:solidFill>
                <a:latin typeface="Readex Pro"/>
                <a:ea typeface="Readex Pro"/>
                <a:cs typeface="Readex Pro"/>
                <a:sym typeface="Readex Pro"/>
              </a:rPr>
              <a:t>[مصدر البيانات أو ملاحظة ضرورية]</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pic>
        <p:nvPicPr>
          <p:cNvPr id="741" name="Google Shape;741;g3fa608e3085_0_0"/>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742" name="Google Shape;742;g3fa608e3085_0_0"/>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743" name="Google Shape;743;g3fa608e3085_0_0"/>
          <p:cNvSpPr txBox="1"/>
          <p:nvPr>
            <p:ph type="title"/>
          </p:nvPr>
        </p:nvSpPr>
        <p:spPr>
          <a:xfrm>
            <a:off x="1409700" y="15811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[عنوان المقارنة بالأعمدة]</a:t>
            </a:r>
            <a:endParaRPr/>
          </a:p>
        </p:txBody>
      </p:sp>
      <p:sp>
        <p:nvSpPr>
          <p:cNvPr id="744" name="Google Shape;744;g3fa608e3085_0_0"/>
          <p:cNvSpPr txBox="1"/>
          <p:nvPr>
            <p:ph idx="2" type="body"/>
          </p:nvPr>
        </p:nvSpPr>
        <p:spPr>
          <a:xfrm>
            <a:off x="1409700" y="2324100"/>
            <a:ext cx="15430500" cy="685800"/>
          </a:xfrm>
          <a:prstGeom prst="rect">
            <a:avLst/>
          </a:prstGeom>
          <a:noFill/>
          <a:ln>
            <a:noFill/>
          </a:ln>
        </p:spPr>
        <p:txBody>
          <a:bodyPr anchorCtr="0" anchor="ctr"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بيانات توضيحية للتعديل</a:t>
            </a:r>
            <a:endParaRPr/>
          </a:p>
        </p:txBody>
      </p:sp>
      <p:sp>
        <p:nvSpPr>
          <p:cNvPr id="745" name="Google Shape;745;g3fa608e3085_0_0"/>
          <p:cNvSpPr txBox="1"/>
          <p:nvPr>
            <p:ph idx="12" type="sldNum"/>
          </p:nvPr>
        </p:nvSpPr>
        <p:spPr>
          <a:xfrm>
            <a:off x="1066800" y="9467850"/>
            <a:ext cx="952500" cy="4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746" name="Google Shape;746;g3fa608e3085_0_0"/>
          <p:cNvSpPr txBox="1"/>
          <p:nvPr>
            <p:ph idx="3" type="body"/>
          </p:nvPr>
        </p:nvSpPr>
        <p:spPr>
          <a:xfrm>
            <a:off x="2095500" y="8905875"/>
            <a:ext cx="141921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CBCFE6"/>
                </a:solidFill>
                <a:latin typeface="Readex Pro"/>
                <a:ea typeface="Readex Pro"/>
                <a:cs typeface="Readex Pro"/>
                <a:sym typeface="Readex Pro"/>
              </a:rPr>
              <a:t>[الوحدة]    [المصدر والفترة]</a:t>
            </a:r>
            <a:endParaRPr/>
          </a:p>
        </p:txBody>
      </p:sp>
      <p:sp>
        <p:nvSpPr>
          <p:cNvPr id="747" name="Google Shape;747;g3fa608e3085_0_0"/>
          <p:cNvSpPr txBox="1"/>
          <p:nvPr/>
        </p:nvSpPr>
        <p:spPr>
          <a:xfrm>
            <a:off x="2095308" y="8033292"/>
            <a:ext cx="14685648" cy="490752"/>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بيانات توضيحية للتعديل</a:t>
            </a:r>
            <a:endParaRPr sz="1451">
              <a:solidFill>
                <a:srgbClr val="FFFFFF"/>
              </a:solidFill>
              <a:latin typeface="Readex Pro SemiBold"/>
              <a:ea typeface="Readex Pro SemiBold"/>
              <a:cs typeface="Readex Pro SemiBold"/>
              <a:sym typeface="Readex Pro SemiBold"/>
            </a:endParaRPr>
          </a:p>
        </p:txBody>
      </p:sp>
      <p:grpSp>
        <p:nvGrpSpPr>
          <p:cNvPr id="748" name="Google Shape;748;g3fa608e3085_0_0"/>
          <p:cNvGrpSpPr/>
          <p:nvPr/>
        </p:nvGrpSpPr>
        <p:grpSpPr>
          <a:xfrm>
            <a:off x="5783050" y="6309900"/>
            <a:ext cx="1723097" cy="1558652"/>
            <a:chOff x="7838420" y="2860757"/>
            <a:chExt cx="144600" cy="1073822"/>
          </a:xfrm>
        </p:grpSpPr>
        <p:grpSp>
          <p:nvGrpSpPr>
            <p:cNvPr id="749" name="Google Shape;749;g3fa608e3085_0_0"/>
            <p:cNvGrpSpPr/>
            <p:nvPr/>
          </p:nvGrpSpPr>
          <p:grpSpPr>
            <a:xfrm>
              <a:off x="7838420" y="3212056"/>
              <a:ext cx="144600" cy="722523"/>
              <a:chOff x="7838420" y="3212056"/>
              <a:chExt cx="144600" cy="722523"/>
            </a:xfrm>
          </p:grpSpPr>
          <p:sp>
            <p:nvSpPr>
              <p:cNvPr id="750" name="Google Shape;750;g3fa608e3085_0_0"/>
              <p:cNvSpPr/>
              <p:nvPr/>
            </p:nvSpPr>
            <p:spPr>
              <a:xfrm>
                <a:off x="7838420" y="3212056"/>
                <a:ext cx="144600" cy="722400"/>
              </a:xfrm>
              <a:prstGeom prst="roundRect">
                <a:avLst>
                  <a:gd fmla="val 16667" name="adj"/>
                </a:avLst>
              </a:prstGeom>
              <a:solidFill>
                <a:srgbClr val="E0D9FB"/>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51" name="Google Shape;751;g3fa608e3085_0_0"/>
              <p:cNvSpPr txBox="1"/>
              <p:nvPr/>
            </p:nvSpPr>
            <p:spPr>
              <a:xfrm>
                <a:off x="7838420" y="3596479"/>
                <a:ext cx="144600" cy="338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161">
                    <a:latin typeface="Readex Pro"/>
                    <a:ea typeface="Readex Pro"/>
                    <a:cs typeface="Readex Pro"/>
                    <a:sym typeface="Readex Pro"/>
                  </a:rPr>
                  <a:t>الموضوع</a:t>
                </a:r>
                <a:endParaRPr sz="1161">
                  <a:latin typeface="Readex Pro"/>
                  <a:ea typeface="Readex Pro"/>
                  <a:cs typeface="Readex Pro"/>
                  <a:sym typeface="Readex Pro"/>
                </a:endParaRPr>
              </a:p>
            </p:txBody>
          </p:sp>
        </p:grpSp>
        <p:sp>
          <p:nvSpPr>
            <p:cNvPr id="752" name="Google Shape;752;g3fa608e3085_0_0"/>
            <p:cNvSpPr txBox="1"/>
            <p:nvPr/>
          </p:nvSpPr>
          <p:spPr>
            <a:xfrm>
              <a:off x="7838420" y="2860757"/>
              <a:ext cx="144600" cy="338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20</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grpSp>
        <p:nvGrpSpPr>
          <p:cNvPr id="753" name="Google Shape;753;g3fa608e3085_0_0"/>
          <p:cNvGrpSpPr/>
          <p:nvPr/>
        </p:nvGrpSpPr>
        <p:grpSpPr>
          <a:xfrm>
            <a:off x="2888200" y="6843825"/>
            <a:ext cx="1723200" cy="1024727"/>
            <a:chOff x="2888200" y="6843825"/>
            <a:chExt cx="1723200" cy="1024727"/>
          </a:xfrm>
        </p:grpSpPr>
        <p:grpSp>
          <p:nvGrpSpPr>
            <p:cNvPr id="754" name="Google Shape;754;g3fa608e3085_0_0"/>
            <p:cNvGrpSpPr/>
            <p:nvPr/>
          </p:nvGrpSpPr>
          <p:grpSpPr>
            <a:xfrm>
              <a:off x="2888300" y="7277774"/>
              <a:ext cx="1723097" cy="590778"/>
              <a:chOff x="7838420" y="3527567"/>
              <a:chExt cx="144600" cy="407012"/>
            </a:xfrm>
          </p:grpSpPr>
          <p:sp>
            <p:nvSpPr>
              <p:cNvPr id="755" name="Google Shape;755;g3fa608e3085_0_0"/>
              <p:cNvSpPr/>
              <p:nvPr/>
            </p:nvSpPr>
            <p:spPr>
              <a:xfrm>
                <a:off x="7838420" y="3527567"/>
                <a:ext cx="144600" cy="406800"/>
              </a:xfrm>
              <a:prstGeom prst="roundRect">
                <a:avLst>
                  <a:gd fmla="val 16667" name="adj"/>
                </a:avLst>
              </a:prstGeom>
              <a:solidFill>
                <a:schemeClr val="accent5"/>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56" name="Google Shape;756;g3fa608e3085_0_0"/>
              <p:cNvSpPr txBox="1"/>
              <p:nvPr/>
            </p:nvSpPr>
            <p:spPr>
              <a:xfrm>
                <a:off x="7838420" y="3596479"/>
                <a:ext cx="144600" cy="338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161">
                    <a:latin typeface="Readex Pro"/>
                    <a:ea typeface="Readex Pro"/>
                    <a:cs typeface="Readex Pro"/>
                    <a:sym typeface="Readex Pro"/>
                  </a:rPr>
                  <a:t>الموضوع</a:t>
                </a:r>
                <a:endParaRPr sz="1161">
                  <a:latin typeface="Readex Pro"/>
                  <a:ea typeface="Readex Pro"/>
                  <a:cs typeface="Readex Pro"/>
                  <a:sym typeface="Readex Pro"/>
                </a:endParaRPr>
              </a:p>
            </p:txBody>
          </p:sp>
        </p:grpSp>
        <p:sp>
          <p:nvSpPr>
            <p:cNvPr id="757" name="Google Shape;757;g3fa608e3085_0_0"/>
            <p:cNvSpPr txBox="1"/>
            <p:nvPr/>
          </p:nvSpPr>
          <p:spPr>
            <a:xfrm>
              <a:off x="2888200" y="6843825"/>
              <a:ext cx="1723200" cy="490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10</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grpSp>
        <p:nvGrpSpPr>
          <p:cNvPr id="758" name="Google Shape;758;g3fa608e3085_0_0"/>
          <p:cNvGrpSpPr/>
          <p:nvPr/>
        </p:nvGrpSpPr>
        <p:grpSpPr>
          <a:xfrm>
            <a:off x="8677800" y="3003044"/>
            <a:ext cx="1723200" cy="4866586"/>
            <a:chOff x="8677800" y="6309899"/>
            <a:chExt cx="1723200" cy="1559054"/>
          </a:xfrm>
        </p:grpSpPr>
        <p:grpSp>
          <p:nvGrpSpPr>
            <p:cNvPr id="759" name="Google Shape;759;g3fa608e3085_0_0"/>
            <p:cNvGrpSpPr/>
            <p:nvPr/>
          </p:nvGrpSpPr>
          <p:grpSpPr>
            <a:xfrm>
              <a:off x="8677800" y="6474599"/>
              <a:ext cx="1723097" cy="1394354"/>
              <a:chOff x="7838420" y="2974225"/>
              <a:chExt cx="144600" cy="960629"/>
            </a:xfrm>
          </p:grpSpPr>
          <p:sp>
            <p:nvSpPr>
              <p:cNvPr id="760" name="Google Shape;760;g3fa608e3085_0_0"/>
              <p:cNvSpPr/>
              <p:nvPr/>
            </p:nvSpPr>
            <p:spPr>
              <a:xfrm>
                <a:off x="7838420" y="2974225"/>
                <a:ext cx="144600" cy="960300"/>
              </a:xfrm>
              <a:prstGeom prst="roundRect">
                <a:avLst>
                  <a:gd fmla="val 16667" name="adj"/>
                </a:avLst>
              </a:prstGeom>
              <a:solidFill>
                <a:srgbClr val="F2F4FF"/>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61" name="Google Shape;761;g3fa608e3085_0_0"/>
              <p:cNvSpPr txBox="1"/>
              <p:nvPr/>
            </p:nvSpPr>
            <p:spPr>
              <a:xfrm>
                <a:off x="7838420" y="3764455"/>
                <a:ext cx="144600" cy="170400"/>
              </a:xfrm>
              <a:prstGeom prst="rect">
                <a:avLst/>
              </a:prstGeom>
              <a:noFill/>
              <a:ln>
                <a:noFill/>
              </a:ln>
            </p:spPr>
            <p:txBody>
              <a:bodyPr anchorCtr="0" anchor="ctr" bIns="0" lIns="0" spcFirstLastPara="1" rIns="0" wrap="square" tIns="0">
                <a:noAutofit/>
              </a:bodyPr>
              <a:lstStyle/>
              <a:p>
                <a:pPr indent="0" lvl="0" marL="0" rtl="1" algn="ctr">
                  <a:spcBef>
                    <a:spcPts val="0"/>
                  </a:spcBef>
                  <a:spcAft>
                    <a:spcPts val="0"/>
                  </a:spcAft>
                  <a:buNone/>
                </a:pPr>
                <a:r>
                  <a:rPr lang="ar-SA" sz="1161">
                    <a:latin typeface="Readex Pro"/>
                    <a:ea typeface="Readex Pro"/>
                    <a:cs typeface="Readex Pro"/>
                    <a:sym typeface="Readex Pro"/>
                  </a:rPr>
                  <a:t>الموضوع</a:t>
                </a:r>
                <a:endParaRPr sz="1161">
                  <a:solidFill>
                    <a:srgbClr val="000000"/>
                  </a:solidFill>
                  <a:latin typeface="Readex Pro"/>
                  <a:ea typeface="Readex Pro"/>
                  <a:cs typeface="Readex Pro"/>
                  <a:sym typeface="Readex Pro"/>
                </a:endParaRPr>
              </a:p>
            </p:txBody>
          </p:sp>
        </p:grpSp>
        <p:sp>
          <p:nvSpPr>
            <p:cNvPr id="762" name="Google Shape;762;g3fa608e3085_0_0"/>
            <p:cNvSpPr txBox="1"/>
            <p:nvPr/>
          </p:nvSpPr>
          <p:spPr>
            <a:xfrm>
              <a:off x="8677800" y="6309899"/>
              <a:ext cx="1723200" cy="164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100</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grpSp>
        <p:nvGrpSpPr>
          <p:cNvPr id="763" name="Google Shape;763;g3fa608e3085_0_0"/>
          <p:cNvGrpSpPr/>
          <p:nvPr/>
        </p:nvGrpSpPr>
        <p:grpSpPr>
          <a:xfrm>
            <a:off x="14500050" y="3699260"/>
            <a:ext cx="1723200" cy="4169464"/>
            <a:chOff x="14500050" y="6309902"/>
            <a:chExt cx="1723200" cy="1558736"/>
          </a:xfrm>
        </p:grpSpPr>
        <p:grpSp>
          <p:nvGrpSpPr>
            <p:cNvPr id="764" name="Google Shape;764;g3fa608e3085_0_0"/>
            <p:cNvGrpSpPr/>
            <p:nvPr/>
          </p:nvGrpSpPr>
          <p:grpSpPr>
            <a:xfrm>
              <a:off x="14500050" y="6575033"/>
              <a:ext cx="1723097" cy="1293605"/>
              <a:chOff x="7838420" y="3043418"/>
              <a:chExt cx="144600" cy="891220"/>
            </a:xfrm>
          </p:grpSpPr>
          <p:sp>
            <p:nvSpPr>
              <p:cNvPr id="765" name="Google Shape;765;g3fa608e3085_0_0"/>
              <p:cNvSpPr/>
              <p:nvPr/>
            </p:nvSpPr>
            <p:spPr>
              <a:xfrm>
                <a:off x="7838420" y="3043418"/>
                <a:ext cx="144600" cy="891000"/>
              </a:xfrm>
              <a:prstGeom prst="roundRect">
                <a:avLst>
                  <a:gd fmla="val 16667" name="adj"/>
                </a:avLst>
              </a:prstGeom>
              <a:solidFill>
                <a:srgbClr val="6150EA"/>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66" name="Google Shape;766;g3fa608e3085_0_0"/>
              <p:cNvSpPr txBox="1"/>
              <p:nvPr/>
            </p:nvSpPr>
            <p:spPr>
              <a:xfrm>
                <a:off x="7838420" y="3803838"/>
                <a:ext cx="144600" cy="130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161">
                    <a:latin typeface="Readex Pro"/>
                    <a:ea typeface="Readex Pro"/>
                    <a:cs typeface="Readex Pro"/>
                    <a:sym typeface="Readex Pro"/>
                  </a:rPr>
                  <a:t>الموضوع</a:t>
                </a:r>
                <a:endParaRPr sz="1161">
                  <a:latin typeface="Readex Pro"/>
                  <a:ea typeface="Readex Pro"/>
                  <a:cs typeface="Readex Pro"/>
                  <a:sym typeface="Readex Pro"/>
                </a:endParaRPr>
              </a:p>
            </p:txBody>
          </p:sp>
        </p:grpSp>
        <p:sp>
          <p:nvSpPr>
            <p:cNvPr id="767" name="Google Shape;767;g3fa608e3085_0_0"/>
            <p:cNvSpPr txBox="1"/>
            <p:nvPr/>
          </p:nvSpPr>
          <p:spPr>
            <a:xfrm>
              <a:off x="14500050" y="6309902"/>
              <a:ext cx="1723200" cy="236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80</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grpSp>
        <p:nvGrpSpPr>
          <p:cNvPr id="768" name="Google Shape;768;g3fa608e3085_0_0"/>
          <p:cNvGrpSpPr/>
          <p:nvPr/>
        </p:nvGrpSpPr>
        <p:grpSpPr>
          <a:xfrm>
            <a:off x="11588925" y="4790547"/>
            <a:ext cx="1723200" cy="3078036"/>
            <a:chOff x="11588925" y="5315225"/>
            <a:chExt cx="1723200" cy="2553327"/>
          </a:xfrm>
        </p:grpSpPr>
        <p:grpSp>
          <p:nvGrpSpPr>
            <p:cNvPr id="769" name="Google Shape;769;g3fa608e3085_0_0"/>
            <p:cNvGrpSpPr/>
            <p:nvPr/>
          </p:nvGrpSpPr>
          <p:grpSpPr>
            <a:xfrm>
              <a:off x="11588925" y="5806027"/>
              <a:ext cx="1723097" cy="2062526"/>
              <a:chOff x="7838420" y="2513618"/>
              <a:chExt cx="144600" cy="1420961"/>
            </a:xfrm>
          </p:grpSpPr>
          <p:sp>
            <p:nvSpPr>
              <p:cNvPr id="770" name="Google Shape;770;g3fa608e3085_0_0"/>
              <p:cNvSpPr/>
              <p:nvPr/>
            </p:nvSpPr>
            <p:spPr>
              <a:xfrm>
                <a:off x="7838420" y="2513618"/>
                <a:ext cx="144600" cy="1420800"/>
              </a:xfrm>
              <a:prstGeom prst="roundRect">
                <a:avLst>
                  <a:gd fmla="val 16667" name="adj"/>
                </a:avLst>
              </a:prstGeom>
              <a:solidFill>
                <a:srgbClr val="2EF2C2"/>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71" name="Google Shape;771;g3fa608e3085_0_0"/>
              <p:cNvSpPr txBox="1"/>
              <p:nvPr/>
            </p:nvSpPr>
            <p:spPr>
              <a:xfrm>
                <a:off x="7838420" y="3596479"/>
                <a:ext cx="144600" cy="338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161">
                    <a:latin typeface="Readex Pro"/>
                    <a:ea typeface="Readex Pro"/>
                    <a:cs typeface="Readex Pro"/>
                    <a:sym typeface="Readex Pro"/>
                  </a:rPr>
                  <a:t>الموضوع</a:t>
                </a:r>
                <a:endParaRPr sz="1161">
                  <a:latin typeface="Readex Pro"/>
                  <a:ea typeface="Readex Pro"/>
                  <a:cs typeface="Readex Pro"/>
                  <a:sym typeface="Readex Pro"/>
                </a:endParaRPr>
              </a:p>
            </p:txBody>
          </p:sp>
        </p:grpSp>
        <p:sp>
          <p:nvSpPr>
            <p:cNvPr id="772" name="Google Shape;772;g3fa608e3085_0_0"/>
            <p:cNvSpPr txBox="1"/>
            <p:nvPr/>
          </p:nvSpPr>
          <p:spPr>
            <a:xfrm>
              <a:off x="11588925" y="5315225"/>
              <a:ext cx="1723200" cy="490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60</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cxnSp>
        <p:nvCxnSpPr>
          <p:cNvPr id="773" name="Google Shape;773;g3fa608e3085_0_0"/>
          <p:cNvCxnSpPr/>
          <p:nvPr/>
        </p:nvCxnSpPr>
        <p:spPr>
          <a:xfrm flipH="1" rot="10800000">
            <a:off x="2011600" y="3016275"/>
            <a:ext cx="24000" cy="4866600"/>
          </a:xfrm>
          <a:prstGeom prst="straightConnector1">
            <a:avLst/>
          </a:prstGeom>
          <a:noFill/>
          <a:ln cap="flat" cmpd="sng" w="9525">
            <a:solidFill>
              <a:srgbClr val="FAF9FF"/>
            </a:solidFill>
            <a:prstDash val="solid"/>
            <a:round/>
            <a:headEnd len="med" w="med" type="diamond"/>
            <a:tailEnd len="med" w="med" type="triangle"/>
          </a:ln>
        </p:spPr>
      </p:cxnSp>
      <p:sp>
        <p:nvSpPr>
          <p:cNvPr id="774" name="Google Shape;774;g3fa608e3085_0_0"/>
          <p:cNvSpPr txBox="1"/>
          <p:nvPr/>
        </p:nvSpPr>
        <p:spPr>
          <a:xfrm>
            <a:off x="1427184" y="7687400"/>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0</a:t>
            </a:r>
            <a:endParaRPr sz="800">
              <a:solidFill>
                <a:srgbClr val="F2F4FF"/>
              </a:solidFill>
              <a:latin typeface="Readex Pro"/>
              <a:ea typeface="Readex Pro"/>
              <a:cs typeface="Readex Pro"/>
              <a:sym typeface="Readex Pro"/>
            </a:endParaRPr>
          </a:p>
        </p:txBody>
      </p:sp>
      <p:sp>
        <p:nvSpPr>
          <p:cNvPr id="775" name="Google Shape;775;g3fa608e3085_0_0"/>
          <p:cNvSpPr txBox="1"/>
          <p:nvPr/>
        </p:nvSpPr>
        <p:spPr>
          <a:xfrm>
            <a:off x="1427184" y="7216111"/>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10</a:t>
            </a:r>
            <a:endParaRPr sz="800">
              <a:solidFill>
                <a:srgbClr val="F2F4FF"/>
              </a:solidFill>
              <a:latin typeface="Readex Pro"/>
              <a:ea typeface="Readex Pro"/>
              <a:cs typeface="Readex Pro"/>
              <a:sym typeface="Readex Pro"/>
            </a:endParaRPr>
          </a:p>
        </p:txBody>
      </p:sp>
      <p:sp>
        <p:nvSpPr>
          <p:cNvPr id="776" name="Google Shape;776;g3fa608e3085_0_0"/>
          <p:cNvSpPr txBox="1"/>
          <p:nvPr/>
        </p:nvSpPr>
        <p:spPr>
          <a:xfrm>
            <a:off x="1427184" y="6744822"/>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20</a:t>
            </a:r>
            <a:endParaRPr sz="800">
              <a:solidFill>
                <a:srgbClr val="F2F4FF"/>
              </a:solidFill>
              <a:latin typeface="Readex Pro"/>
              <a:ea typeface="Readex Pro"/>
              <a:cs typeface="Readex Pro"/>
              <a:sym typeface="Readex Pro"/>
            </a:endParaRPr>
          </a:p>
        </p:txBody>
      </p:sp>
      <p:sp>
        <p:nvSpPr>
          <p:cNvPr id="777" name="Google Shape;777;g3fa608e3085_0_0"/>
          <p:cNvSpPr txBox="1"/>
          <p:nvPr/>
        </p:nvSpPr>
        <p:spPr>
          <a:xfrm>
            <a:off x="1427184" y="6273534"/>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30</a:t>
            </a:r>
            <a:endParaRPr sz="800">
              <a:solidFill>
                <a:srgbClr val="F2F4FF"/>
              </a:solidFill>
              <a:latin typeface="Readex Pro"/>
              <a:ea typeface="Readex Pro"/>
              <a:cs typeface="Readex Pro"/>
              <a:sym typeface="Readex Pro"/>
            </a:endParaRPr>
          </a:p>
        </p:txBody>
      </p:sp>
      <p:sp>
        <p:nvSpPr>
          <p:cNvPr id="778" name="Google Shape;778;g3fa608e3085_0_0"/>
          <p:cNvSpPr txBox="1"/>
          <p:nvPr/>
        </p:nvSpPr>
        <p:spPr>
          <a:xfrm>
            <a:off x="1427184" y="5802245"/>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40</a:t>
            </a:r>
            <a:endParaRPr sz="800">
              <a:solidFill>
                <a:srgbClr val="F2F4FF"/>
              </a:solidFill>
              <a:latin typeface="Readex Pro"/>
              <a:ea typeface="Readex Pro"/>
              <a:cs typeface="Readex Pro"/>
              <a:sym typeface="Readex Pro"/>
            </a:endParaRPr>
          </a:p>
        </p:txBody>
      </p:sp>
      <p:sp>
        <p:nvSpPr>
          <p:cNvPr id="779" name="Google Shape;779;g3fa608e3085_0_0"/>
          <p:cNvSpPr txBox="1"/>
          <p:nvPr/>
        </p:nvSpPr>
        <p:spPr>
          <a:xfrm>
            <a:off x="1427184" y="5330956"/>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50</a:t>
            </a:r>
            <a:endParaRPr sz="800">
              <a:solidFill>
                <a:srgbClr val="F2F4FF"/>
              </a:solidFill>
              <a:latin typeface="Readex Pro"/>
              <a:ea typeface="Readex Pro"/>
              <a:cs typeface="Readex Pro"/>
              <a:sym typeface="Readex Pro"/>
            </a:endParaRPr>
          </a:p>
        </p:txBody>
      </p:sp>
      <p:sp>
        <p:nvSpPr>
          <p:cNvPr id="780" name="Google Shape;780;g3fa608e3085_0_0"/>
          <p:cNvSpPr txBox="1"/>
          <p:nvPr/>
        </p:nvSpPr>
        <p:spPr>
          <a:xfrm>
            <a:off x="1427184" y="4859667"/>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60</a:t>
            </a:r>
            <a:endParaRPr sz="800">
              <a:solidFill>
                <a:srgbClr val="F2F4FF"/>
              </a:solidFill>
              <a:latin typeface="Readex Pro"/>
              <a:ea typeface="Readex Pro"/>
              <a:cs typeface="Readex Pro"/>
              <a:sym typeface="Readex Pro"/>
            </a:endParaRPr>
          </a:p>
        </p:txBody>
      </p:sp>
      <p:sp>
        <p:nvSpPr>
          <p:cNvPr id="781" name="Google Shape;781;g3fa608e3085_0_0"/>
          <p:cNvSpPr txBox="1"/>
          <p:nvPr/>
        </p:nvSpPr>
        <p:spPr>
          <a:xfrm>
            <a:off x="1427184" y="4388379"/>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70</a:t>
            </a:r>
            <a:endParaRPr sz="800">
              <a:solidFill>
                <a:srgbClr val="F2F4FF"/>
              </a:solidFill>
              <a:latin typeface="Readex Pro"/>
              <a:ea typeface="Readex Pro"/>
              <a:cs typeface="Readex Pro"/>
              <a:sym typeface="Readex Pro"/>
            </a:endParaRPr>
          </a:p>
        </p:txBody>
      </p:sp>
      <p:sp>
        <p:nvSpPr>
          <p:cNvPr id="782" name="Google Shape;782;g3fa608e3085_0_0"/>
          <p:cNvSpPr txBox="1"/>
          <p:nvPr/>
        </p:nvSpPr>
        <p:spPr>
          <a:xfrm>
            <a:off x="1427184" y="3917090"/>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80</a:t>
            </a:r>
            <a:endParaRPr sz="800">
              <a:solidFill>
                <a:srgbClr val="F2F4FF"/>
              </a:solidFill>
              <a:latin typeface="Readex Pro"/>
              <a:ea typeface="Readex Pro"/>
              <a:cs typeface="Readex Pro"/>
              <a:sym typeface="Readex Pro"/>
            </a:endParaRPr>
          </a:p>
        </p:txBody>
      </p:sp>
      <p:sp>
        <p:nvSpPr>
          <p:cNvPr id="783" name="Google Shape;783;g3fa608e3085_0_0"/>
          <p:cNvSpPr txBox="1"/>
          <p:nvPr/>
        </p:nvSpPr>
        <p:spPr>
          <a:xfrm>
            <a:off x="1427184" y="3445801"/>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90</a:t>
            </a:r>
            <a:endParaRPr sz="800">
              <a:solidFill>
                <a:srgbClr val="F2F4FF"/>
              </a:solidFill>
              <a:latin typeface="Readex Pro"/>
              <a:ea typeface="Readex Pro"/>
              <a:cs typeface="Readex Pro"/>
              <a:sym typeface="Readex Pro"/>
            </a:endParaRPr>
          </a:p>
        </p:txBody>
      </p:sp>
      <p:sp>
        <p:nvSpPr>
          <p:cNvPr id="784" name="Google Shape;784;g3fa608e3085_0_0"/>
          <p:cNvSpPr txBox="1"/>
          <p:nvPr/>
        </p:nvSpPr>
        <p:spPr>
          <a:xfrm>
            <a:off x="1372725" y="3025575"/>
            <a:ext cx="5148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100</a:t>
            </a:r>
            <a:endParaRPr sz="800">
              <a:solidFill>
                <a:srgbClr val="F2F4FF"/>
              </a:solidFill>
              <a:latin typeface="Readex Pro"/>
              <a:ea typeface="Readex Pro"/>
              <a:cs typeface="Readex Pro"/>
              <a:sym typeface="Readex Pro"/>
            </a:endParaRPr>
          </a:p>
        </p:txBody>
      </p:sp>
      <p:pic>
        <p:nvPicPr>
          <p:cNvPr id="785" name="Google Shape;785;g3fa608e3085_0_0"/>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cxnSp>
        <p:nvCxnSpPr>
          <p:cNvPr id="786" name="Google Shape;786;g3fa608e3085_0_0"/>
          <p:cNvCxnSpPr/>
          <p:nvPr/>
        </p:nvCxnSpPr>
        <p:spPr>
          <a:xfrm rot="10800000">
            <a:off x="2289875" y="7941775"/>
            <a:ext cx="14453700" cy="0"/>
          </a:xfrm>
          <a:prstGeom prst="straightConnector1">
            <a:avLst/>
          </a:prstGeom>
          <a:noFill/>
          <a:ln cap="flat" cmpd="sng" w="9525">
            <a:solidFill>
              <a:srgbClr val="8E99CC"/>
            </a:solidFill>
            <a:prstDash val="solid"/>
            <a:round/>
            <a:headEnd len="med" w="med" type="none"/>
            <a:tailEnd len="med" w="med"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pic>
        <p:nvPicPr>
          <p:cNvPr id="792" name="Google Shape;792;p23"/>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793" name="Google Shape;793;p23"/>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794" name="Google Shape;794;p23"/>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[عنوان التوزيع النسبي]</a:t>
            </a:r>
            <a:endParaRPr/>
          </a:p>
        </p:txBody>
      </p:sp>
      <p:sp>
        <p:nvSpPr>
          <p:cNvPr id="795" name="Google Shape;795;p23"/>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بيانات توضيحية للتعديل</a:t>
            </a:r>
            <a:endParaRPr/>
          </a:p>
        </p:txBody>
      </p:sp>
      <p:sp>
        <p:nvSpPr>
          <p:cNvPr id="796" name="Google Shape;796;p2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797" name="Google Shape;797;p23"/>
          <p:cNvSpPr txBox="1"/>
          <p:nvPr>
            <p:ph idx="3" type="body"/>
          </p:nvPr>
        </p:nvSpPr>
        <p:spPr>
          <a:xfrm>
            <a:off x="1409700" y="890587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CBCFE6"/>
                </a:solidFill>
                <a:latin typeface="Readex Pro"/>
                <a:ea typeface="Readex Pro"/>
                <a:cs typeface="Readex Pro"/>
                <a:sym typeface="Readex Pro"/>
              </a:rPr>
              <a:t>[المصدر والفترة]</a:t>
            </a:r>
            <a:endParaRPr/>
          </a:p>
        </p:txBody>
      </p:sp>
      <p:grpSp>
        <p:nvGrpSpPr>
          <p:cNvPr id="798" name="Google Shape;798;p23"/>
          <p:cNvGrpSpPr/>
          <p:nvPr/>
        </p:nvGrpSpPr>
        <p:grpSpPr>
          <a:xfrm>
            <a:off x="6531752" y="3082259"/>
            <a:ext cx="5501766" cy="5503883"/>
            <a:chOff x="9818123" y="3876685"/>
            <a:chExt cx="3913341" cy="3914847"/>
          </a:xfrm>
        </p:grpSpPr>
        <p:grpSp>
          <p:nvGrpSpPr>
            <p:cNvPr id="799" name="Google Shape;799;p23"/>
            <p:cNvGrpSpPr/>
            <p:nvPr/>
          </p:nvGrpSpPr>
          <p:grpSpPr>
            <a:xfrm>
              <a:off x="9818123" y="3876685"/>
              <a:ext cx="3913341" cy="3914847"/>
              <a:chOff x="7227167" y="3027486"/>
              <a:chExt cx="1559100" cy="1559700"/>
            </a:xfrm>
          </p:grpSpPr>
          <p:sp>
            <p:nvSpPr>
              <p:cNvPr id="800" name="Google Shape;800;p23"/>
              <p:cNvSpPr/>
              <p:nvPr/>
            </p:nvSpPr>
            <p:spPr>
              <a:xfrm rot="2694635">
                <a:off x="7471537" y="3255980"/>
                <a:ext cx="1087390" cy="1087390"/>
              </a:xfrm>
              <a:prstGeom prst="ellipse">
                <a:avLst/>
              </a:prstGeom>
              <a:solidFill>
                <a:srgbClr val="6150EA"/>
              </a:solidFill>
              <a:ln>
                <a:noFill/>
              </a:ln>
            </p:spPr>
            <p:txBody>
              <a:bodyPr anchorCtr="0" anchor="ctr" bIns="399650" lIns="399650" spcFirstLastPara="1" rIns="399650" wrap="square" tIns="399650">
                <a:noAutofit/>
              </a:bodyPr>
              <a:lstStyle/>
              <a:p>
                <a:pPr indent="0" lvl="0" marL="0" rtl="0" algn="ctr">
                  <a:spcBef>
                    <a:spcPts val="0"/>
                  </a:spcBef>
                  <a:spcAft>
                    <a:spcPts val="0"/>
                  </a:spcAft>
                  <a:buNone/>
                </a:pPr>
                <a:r>
                  <a:t/>
                </a:r>
                <a:endParaRPr sz="6120">
                  <a:solidFill>
                    <a:srgbClr val="000000"/>
                  </a:solidFill>
                  <a:latin typeface="Urbanist"/>
                  <a:ea typeface="Urbanist"/>
                  <a:cs typeface="Urbanist"/>
                  <a:sym typeface="Urbanist"/>
                </a:endParaRPr>
              </a:p>
            </p:txBody>
          </p:sp>
          <p:sp>
            <p:nvSpPr>
              <p:cNvPr id="801" name="Google Shape;801;p23"/>
              <p:cNvSpPr/>
              <p:nvPr/>
            </p:nvSpPr>
            <p:spPr>
              <a:xfrm>
                <a:off x="7455575" y="3255975"/>
                <a:ext cx="1102500" cy="1102500"/>
              </a:xfrm>
              <a:prstGeom prst="pie">
                <a:avLst>
                  <a:gd fmla="val 0" name="adj1"/>
                  <a:gd fmla="val 16200000" name="adj2"/>
                </a:avLst>
              </a:prstGeom>
              <a:solidFill>
                <a:srgbClr val="2EF2C2"/>
              </a:solidFill>
              <a:ln>
                <a:noFill/>
              </a:ln>
            </p:spPr>
            <p:txBody>
              <a:bodyPr anchorCtr="0" anchor="ctr" bIns="399650" lIns="399650" spcFirstLastPara="1" rIns="399650" wrap="square" tIns="399650">
                <a:noAutofit/>
              </a:bodyPr>
              <a:lstStyle/>
              <a:p>
                <a:pPr indent="0" lvl="0" marL="0" rtl="0" algn="ctr">
                  <a:spcBef>
                    <a:spcPts val="0"/>
                  </a:spcBef>
                  <a:spcAft>
                    <a:spcPts val="0"/>
                  </a:spcAft>
                  <a:buNone/>
                </a:pPr>
                <a:r>
                  <a:t/>
                </a:r>
                <a:endParaRPr sz="6120">
                  <a:solidFill>
                    <a:srgbClr val="000000"/>
                  </a:solidFill>
                  <a:latin typeface="Urbanist"/>
                  <a:ea typeface="Urbanist"/>
                  <a:cs typeface="Urbanist"/>
                  <a:sym typeface="Urbanist"/>
                </a:endParaRPr>
              </a:p>
            </p:txBody>
          </p:sp>
          <p:sp>
            <p:nvSpPr>
              <p:cNvPr descr="A pie chart comparing sales across online stores, physical stores, and social media. " id="802" name="Google Shape;802;p23"/>
              <p:cNvSpPr/>
              <p:nvPr/>
            </p:nvSpPr>
            <p:spPr>
              <a:xfrm rot="2701323">
                <a:off x="7455386" y="3256005"/>
                <a:ext cx="1102662" cy="1102662"/>
              </a:xfrm>
              <a:prstGeom prst="pie">
                <a:avLst>
                  <a:gd fmla="val 2686087" name="adj1"/>
                  <a:gd fmla="val 13563496" name="adj2"/>
                </a:avLst>
              </a:prstGeom>
              <a:solidFill>
                <a:schemeClr val="accent1"/>
              </a:solidFill>
              <a:ln>
                <a:noFill/>
              </a:ln>
            </p:spPr>
            <p:txBody>
              <a:bodyPr anchorCtr="0" anchor="ctr" bIns="399650" lIns="399650" spcFirstLastPara="1" rIns="399650" wrap="square" tIns="399650">
                <a:noAutofit/>
              </a:bodyPr>
              <a:lstStyle/>
              <a:p>
                <a:pPr indent="0" lvl="0" marL="0" rtl="0" algn="ctr">
                  <a:spcBef>
                    <a:spcPts val="0"/>
                  </a:spcBef>
                  <a:spcAft>
                    <a:spcPts val="0"/>
                  </a:spcAft>
                  <a:buNone/>
                </a:pPr>
                <a:r>
                  <a:t/>
                </a:r>
                <a:endParaRPr sz="6120">
                  <a:solidFill>
                    <a:srgbClr val="000000"/>
                  </a:solidFill>
                  <a:latin typeface="Urbanist"/>
                  <a:ea typeface="Urbanist"/>
                  <a:cs typeface="Urbanist"/>
                  <a:sym typeface="Urbanist"/>
                </a:endParaRPr>
              </a:p>
            </p:txBody>
          </p:sp>
        </p:grpSp>
        <p:sp>
          <p:nvSpPr>
            <p:cNvPr id="803" name="Google Shape;803;p23"/>
            <p:cNvSpPr/>
            <p:nvPr/>
          </p:nvSpPr>
          <p:spPr>
            <a:xfrm>
              <a:off x="11022135" y="5060983"/>
              <a:ext cx="1546200" cy="1546200"/>
            </a:xfrm>
            <a:prstGeom prst="ellipse">
              <a:avLst/>
            </a:prstGeom>
            <a:solidFill>
              <a:srgbClr val="12183F"/>
            </a:solidFill>
            <a:ln cap="flat" cmpd="sng" w="13400">
              <a:solidFill>
                <a:schemeClr val="dk2"/>
              </a:solidFill>
              <a:prstDash val="solid"/>
              <a:round/>
              <a:headEnd len="sm" w="sm" type="none"/>
              <a:tailEnd len="sm" w="sm" type="none"/>
            </a:ln>
          </p:spPr>
          <p:txBody>
            <a:bodyPr anchorCtr="0" anchor="ctr" bIns="128525" lIns="128525" spcFirstLastPara="1" rIns="128525" wrap="square" tIns="128525">
              <a:noAutofit/>
            </a:bodyPr>
            <a:lstStyle/>
            <a:p>
              <a:pPr indent="0" lvl="0" marL="0" rtl="0" algn="ctr">
                <a:spcBef>
                  <a:spcPts val="0"/>
                </a:spcBef>
                <a:spcAft>
                  <a:spcPts val="0"/>
                </a:spcAft>
                <a:buNone/>
              </a:pPr>
              <a:r>
                <a:t/>
              </a:r>
              <a:endParaRPr sz="1968"/>
            </a:p>
          </p:txBody>
        </p:sp>
      </p:grpSp>
      <p:sp>
        <p:nvSpPr>
          <p:cNvPr id="804" name="Google Shape;804;p23"/>
          <p:cNvSpPr txBox="1"/>
          <p:nvPr/>
        </p:nvSpPr>
        <p:spPr>
          <a:xfrm>
            <a:off x="5810250" y="5630063"/>
            <a:ext cx="1285500" cy="4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50%</a:t>
            </a:r>
            <a:endParaRPr sz="1451">
              <a:solidFill>
                <a:schemeClr val="lt1"/>
              </a:solidFill>
              <a:latin typeface="Readex Pro SemiBold"/>
              <a:ea typeface="Readex Pro SemiBold"/>
              <a:cs typeface="Readex Pro SemiBold"/>
              <a:sym typeface="Readex Pro SemiBold"/>
            </a:endParaRPr>
          </a:p>
        </p:txBody>
      </p:sp>
      <p:sp>
        <p:nvSpPr>
          <p:cNvPr id="805" name="Google Shape;805;p23"/>
          <p:cNvSpPr txBox="1"/>
          <p:nvPr/>
        </p:nvSpPr>
        <p:spPr>
          <a:xfrm>
            <a:off x="5810250" y="6020575"/>
            <a:ext cx="1285500" cy="408000"/>
          </a:xfrm>
          <a:prstGeom prst="rect">
            <a:avLst/>
          </a:prstGeom>
          <a:noFill/>
          <a:ln>
            <a:noFill/>
          </a:ln>
        </p:spPr>
        <p:txBody>
          <a:bodyPr anchorCtr="0" anchor="t" bIns="91425" lIns="91425" spcFirstLastPara="1" rIns="91425" wrap="square" tIns="91425">
            <a:spAutoFit/>
          </a:bodyPr>
          <a:lstStyle/>
          <a:p>
            <a:pPr indent="0" lvl="0" marL="0" rtl="1"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العنوان</a:t>
            </a:r>
            <a:endParaRPr sz="1451">
              <a:solidFill>
                <a:schemeClr val="lt1"/>
              </a:solidFill>
              <a:latin typeface="Readex Pro SemiBold"/>
              <a:ea typeface="Readex Pro SemiBold"/>
              <a:cs typeface="Readex Pro SemiBold"/>
              <a:sym typeface="Readex Pro SemiBold"/>
            </a:endParaRPr>
          </a:p>
        </p:txBody>
      </p:sp>
      <p:sp>
        <p:nvSpPr>
          <p:cNvPr id="806" name="Google Shape;806;p23"/>
          <p:cNvSpPr txBox="1"/>
          <p:nvPr/>
        </p:nvSpPr>
        <p:spPr>
          <a:xfrm>
            <a:off x="11017250" y="3994938"/>
            <a:ext cx="1285500" cy="4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25</a:t>
            </a:r>
            <a:r>
              <a:rPr lang="ar-SA" sz="1451">
                <a:solidFill>
                  <a:schemeClr val="lt1"/>
                </a:solidFill>
                <a:latin typeface="Readex Pro SemiBold"/>
                <a:ea typeface="Readex Pro SemiBold"/>
                <a:cs typeface="Readex Pro SemiBold"/>
                <a:sym typeface="Readex Pro SemiBold"/>
              </a:rPr>
              <a:t>%</a:t>
            </a:r>
            <a:endParaRPr sz="1451">
              <a:solidFill>
                <a:schemeClr val="lt1"/>
              </a:solidFill>
              <a:latin typeface="Readex Pro SemiBold"/>
              <a:ea typeface="Readex Pro SemiBold"/>
              <a:cs typeface="Readex Pro SemiBold"/>
              <a:sym typeface="Readex Pro SemiBold"/>
            </a:endParaRPr>
          </a:p>
        </p:txBody>
      </p:sp>
      <p:sp>
        <p:nvSpPr>
          <p:cNvPr id="807" name="Google Shape;807;p23"/>
          <p:cNvSpPr txBox="1"/>
          <p:nvPr/>
        </p:nvSpPr>
        <p:spPr>
          <a:xfrm>
            <a:off x="11017250" y="4385450"/>
            <a:ext cx="1285500" cy="408000"/>
          </a:xfrm>
          <a:prstGeom prst="rect">
            <a:avLst/>
          </a:prstGeom>
          <a:noFill/>
          <a:ln>
            <a:noFill/>
          </a:ln>
        </p:spPr>
        <p:txBody>
          <a:bodyPr anchorCtr="0" anchor="t" bIns="91425" lIns="91425" spcFirstLastPara="1" rIns="91425" wrap="square" tIns="91425">
            <a:spAutoFit/>
          </a:bodyPr>
          <a:lstStyle/>
          <a:p>
            <a:pPr indent="0" lvl="0" marL="0" rtl="1"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العنوان</a:t>
            </a:r>
            <a:endParaRPr sz="1451">
              <a:solidFill>
                <a:schemeClr val="lt1"/>
              </a:solidFill>
              <a:latin typeface="Readex Pro SemiBold"/>
              <a:ea typeface="Readex Pro SemiBold"/>
              <a:cs typeface="Readex Pro SemiBold"/>
              <a:sym typeface="Readex Pro SemiBold"/>
            </a:endParaRPr>
          </a:p>
        </p:txBody>
      </p:sp>
      <p:sp>
        <p:nvSpPr>
          <p:cNvPr id="808" name="Google Shape;808;p23"/>
          <p:cNvSpPr txBox="1"/>
          <p:nvPr/>
        </p:nvSpPr>
        <p:spPr>
          <a:xfrm>
            <a:off x="11017250" y="6900063"/>
            <a:ext cx="1285500" cy="4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25</a:t>
            </a:r>
            <a:r>
              <a:rPr lang="ar-SA" sz="1451">
                <a:solidFill>
                  <a:schemeClr val="lt1"/>
                </a:solidFill>
                <a:latin typeface="Readex Pro SemiBold"/>
                <a:ea typeface="Readex Pro SemiBold"/>
                <a:cs typeface="Readex Pro SemiBold"/>
                <a:sym typeface="Readex Pro SemiBold"/>
              </a:rPr>
              <a:t>%</a:t>
            </a:r>
            <a:endParaRPr sz="1451">
              <a:solidFill>
                <a:schemeClr val="lt1"/>
              </a:solidFill>
              <a:latin typeface="Readex Pro SemiBold"/>
              <a:ea typeface="Readex Pro SemiBold"/>
              <a:cs typeface="Readex Pro SemiBold"/>
              <a:sym typeface="Readex Pro SemiBold"/>
            </a:endParaRPr>
          </a:p>
        </p:txBody>
      </p:sp>
      <p:sp>
        <p:nvSpPr>
          <p:cNvPr id="809" name="Google Shape;809;p23"/>
          <p:cNvSpPr txBox="1"/>
          <p:nvPr/>
        </p:nvSpPr>
        <p:spPr>
          <a:xfrm>
            <a:off x="11017250" y="7290575"/>
            <a:ext cx="1285500" cy="408000"/>
          </a:xfrm>
          <a:prstGeom prst="rect">
            <a:avLst/>
          </a:prstGeom>
          <a:noFill/>
          <a:ln>
            <a:noFill/>
          </a:ln>
        </p:spPr>
        <p:txBody>
          <a:bodyPr anchorCtr="0" anchor="t" bIns="91425" lIns="91425" spcFirstLastPara="1" rIns="91425" wrap="square" tIns="91425">
            <a:spAutoFit/>
          </a:bodyPr>
          <a:lstStyle/>
          <a:p>
            <a:pPr indent="0" lvl="0" marL="0" rtl="1"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العنوان</a:t>
            </a:r>
            <a:endParaRPr sz="1451">
              <a:solidFill>
                <a:schemeClr val="lt1"/>
              </a:solidFill>
              <a:latin typeface="Readex Pro SemiBold"/>
              <a:ea typeface="Readex Pro SemiBold"/>
              <a:cs typeface="Readex Pro SemiBold"/>
              <a:sym typeface="Readex Pro SemiBold"/>
            </a:endParaRPr>
          </a:p>
        </p:txBody>
      </p:sp>
      <p:sp>
        <p:nvSpPr>
          <p:cNvPr id="810" name="Google Shape;810;p23"/>
          <p:cNvSpPr txBox="1"/>
          <p:nvPr/>
        </p:nvSpPr>
        <p:spPr>
          <a:xfrm>
            <a:off x="1790508" y="8033292"/>
            <a:ext cx="14685600" cy="490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بيانات توضيحية للتعديل</a:t>
            </a:r>
            <a:endParaRPr sz="1451">
              <a:solidFill>
                <a:srgbClr val="FFFFFF"/>
              </a:solidFill>
              <a:latin typeface="Readex Pro SemiBold"/>
              <a:ea typeface="Readex Pro SemiBold"/>
              <a:cs typeface="Readex Pro SemiBold"/>
              <a:sym typeface="Readex Pro SemiBold"/>
            </a:endParaRPr>
          </a:p>
        </p:txBody>
      </p:sp>
      <p:pic>
        <p:nvPicPr>
          <p:cNvPr id="811" name="Google Shape;811;p23"/>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pic>
        <p:nvPicPr>
          <p:cNvPr id="817" name="Google Shape;817;p24"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18" name="Google Shape;818;p2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819" name="Google Shape;819;p2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[آلية عمل الحل]</a:t>
            </a:r>
            <a:endParaRPr/>
          </a:p>
        </p:txBody>
      </p:sp>
      <p:sp>
        <p:nvSpPr>
          <p:cNvPr id="820" name="Google Shape;820;p24"/>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[تسلسل العمل من المدخلات إلى الأثر]</a:t>
            </a:r>
            <a:endParaRPr/>
          </a:p>
        </p:txBody>
      </p:sp>
      <p:sp>
        <p:nvSpPr>
          <p:cNvPr id="821" name="Google Shape;821;p2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22" name="Google Shape;822;p24"/>
          <p:cNvSpPr/>
          <p:nvPr/>
        </p:nvSpPr>
        <p:spPr>
          <a:xfrm>
            <a:off x="13716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38670" rtl="0" algn="r">
              <a:spcBef>
                <a:spcPts val="0"/>
              </a:spcBef>
              <a:spcAft>
                <a:spcPts val="0"/>
              </a:spcAft>
              <a:buNone/>
            </a:pPr>
            <a:r>
              <a:rPr b="1" lang="ar-SA" sz="3600">
                <a:solidFill>
                  <a:srgbClr val="2EF2C2"/>
                </a:solidFill>
                <a:latin typeface="Readex Pro"/>
                <a:ea typeface="Readex Pro"/>
                <a:cs typeface="Readex Pro"/>
                <a:sym typeface="Readex Pro"/>
              </a:rPr>
              <a:t>01</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[المدخلات]</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[البيانات أو الطلب]</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[مصدرها]</a:t>
            </a:r>
            <a:endParaRPr>
              <a:solidFill>
                <a:schemeClr val="dk1"/>
              </a:solidFill>
              <a:latin typeface="Readex Pro"/>
              <a:ea typeface="Readex Pro"/>
              <a:cs typeface="Readex Pro"/>
              <a:sym typeface="Readex Pro"/>
            </a:endParaRPr>
          </a:p>
          <a:p>
            <a:pPr indent="0" lvl="0" marL="0" rtl="1" algn="r">
              <a:lnSpc>
                <a:spcPct val="115000"/>
              </a:lnSpc>
              <a:spcBef>
                <a:spcPts val="0"/>
              </a:spcBef>
              <a:spcAft>
                <a:spcPts val="0"/>
              </a:spcAft>
              <a:buNone/>
            </a:pPr>
            <a:r>
              <a:t/>
            </a:r>
            <a:endParaRPr sz="1201"/>
          </a:p>
        </p:txBody>
      </p:sp>
      <p:sp>
        <p:nvSpPr>
          <p:cNvPr id="823" name="Google Shape;823;p24"/>
          <p:cNvSpPr/>
          <p:nvPr/>
        </p:nvSpPr>
        <p:spPr>
          <a:xfrm>
            <a:off x="9715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23307" rtl="0" algn="r">
              <a:spcBef>
                <a:spcPts val="0"/>
              </a:spcBef>
              <a:spcAft>
                <a:spcPts val="0"/>
              </a:spcAft>
              <a:buNone/>
            </a:pPr>
            <a:r>
              <a:rPr b="1" lang="ar-SA" sz="3600">
                <a:solidFill>
                  <a:srgbClr val="2EF2C2"/>
                </a:solidFill>
                <a:latin typeface="Readex Pro"/>
                <a:ea typeface="Readex Pro"/>
                <a:cs typeface="Readex Pro"/>
                <a:sym typeface="Readex Pro"/>
              </a:rPr>
              <a:t>02</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[المعالجة]</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[الإجراء الأساسي]</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[كيفية تنفيذه]</a:t>
            </a:r>
            <a:endParaRPr b="1" sz="3600">
              <a:solidFill>
                <a:srgbClr val="2EF2C2"/>
              </a:solidFill>
              <a:latin typeface="Readex Pro"/>
              <a:ea typeface="Readex Pro"/>
              <a:cs typeface="Readex Pro"/>
              <a:sym typeface="Readex Pro"/>
            </a:endParaRPr>
          </a:p>
        </p:txBody>
      </p:sp>
      <p:sp>
        <p:nvSpPr>
          <p:cNvPr id="824" name="Google Shape;824;p24"/>
          <p:cNvSpPr/>
          <p:nvPr/>
        </p:nvSpPr>
        <p:spPr>
          <a:xfrm>
            <a:off x="5715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38125" rtl="0" algn="r">
              <a:spcBef>
                <a:spcPts val="0"/>
              </a:spcBef>
              <a:spcAft>
                <a:spcPts val="0"/>
              </a:spcAft>
              <a:buNone/>
            </a:pPr>
            <a:r>
              <a:rPr b="1" lang="ar-SA" sz="3600">
                <a:solidFill>
                  <a:srgbClr val="2EF2C2"/>
                </a:solidFill>
                <a:latin typeface="Readex Pro"/>
                <a:ea typeface="Readex Pro"/>
                <a:cs typeface="Readex Pro"/>
                <a:sym typeface="Readex Pro"/>
              </a:rPr>
              <a:t>03</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[المخرجات]</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[ما ينتجه الحل]</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[طريقة عرضه]</a:t>
            </a:r>
            <a:endParaRPr b="1" sz="3600">
              <a:solidFill>
                <a:srgbClr val="2EF2C2"/>
              </a:solidFill>
              <a:latin typeface="Readex Pro"/>
              <a:ea typeface="Readex Pro"/>
              <a:cs typeface="Readex Pro"/>
              <a:sym typeface="Readex Pro"/>
            </a:endParaRPr>
          </a:p>
        </p:txBody>
      </p:sp>
      <p:sp>
        <p:nvSpPr>
          <p:cNvPr id="825" name="Google Shape;825;p24"/>
          <p:cNvSpPr/>
          <p:nvPr/>
        </p:nvSpPr>
        <p:spPr>
          <a:xfrm>
            <a:off x="1714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23307" rtl="0" algn="r">
              <a:spcBef>
                <a:spcPts val="0"/>
              </a:spcBef>
              <a:spcAft>
                <a:spcPts val="0"/>
              </a:spcAft>
              <a:buNone/>
            </a:pPr>
            <a:r>
              <a:rPr b="1" lang="ar-SA" sz="3600">
                <a:solidFill>
                  <a:srgbClr val="2EF2C2"/>
                </a:solidFill>
                <a:latin typeface="Readex Pro"/>
                <a:ea typeface="Readex Pro"/>
                <a:cs typeface="Readex Pro"/>
                <a:sym typeface="Readex Pro"/>
              </a:rPr>
              <a:t>04</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[الأثر]</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[الفائدة للمستخدم]</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[كيف تُقاس]</a:t>
            </a:r>
            <a:endParaRPr b="1" sz="3600">
              <a:solidFill>
                <a:srgbClr val="2EF2C2"/>
              </a:solidFill>
              <a:latin typeface="Readex Pro"/>
              <a:ea typeface="Readex Pro"/>
              <a:cs typeface="Readex Pro"/>
              <a:sym typeface="Readex Pro"/>
            </a:endParaRPr>
          </a:p>
        </p:txBody>
      </p:sp>
      <p:pic>
        <p:nvPicPr>
          <p:cNvPr id="826" name="Google Shape;826;p2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pic>
        <p:nvPicPr>
          <p:cNvPr id="832" name="Google Shape;832;p25"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33" name="Google Shape;833;p2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34" name="Google Shape;834;p25"/>
          <p:cNvSpPr/>
          <p:nvPr>
            <p:ph idx="2" type="pic"/>
          </p:nvPr>
        </p:nvSpPr>
        <p:spPr>
          <a:xfrm>
            <a:off x="1047750" y="666750"/>
            <a:ext cx="16192500" cy="6953400"/>
          </a:xfrm>
          <a:prstGeom prst="roundRect">
            <a:avLst>
              <a:gd fmla="val 3580" name="adj"/>
            </a:avLst>
          </a:prstGeom>
          <a:solidFill>
            <a:srgbClr val="161D48"/>
          </a:solidFill>
          <a:ln cap="flat" cmpd="sng" w="11425">
            <a:solidFill>
              <a:srgbClr val="4A5590"/>
            </a:solidFill>
            <a:prstDash val="solid"/>
            <a:round/>
            <a:headEnd len="sm" w="sm" type="none"/>
            <a:tailEnd len="sm" w="sm" type="none"/>
          </a:ln>
        </p:spPr>
      </p:sp>
      <p:sp>
        <p:nvSpPr>
          <p:cNvPr id="835" name="Google Shape;835;p25"/>
          <p:cNvSpPr txBox="1"/>
          <p:nvPr>
            <p:ph type="title"/>
          </p:nvPr>
        </p:nvSpPr>
        <p:spPr>
          <a:xfrm>
            <a:off x="2038350" y="7962900"/>
            <a:ext cx="14763900" cy="838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900"/>
              <a:buNone/>
            </a:pPr>
            <a:r>
              <a:rPr b="1" lang="ar-SA" sz="3900">
                <a:solidFill>
                  <a:srgbClr val="F2F4FF"/>
                </a:solidFill>
                <a:latin typeface="Readex Pro"/>
                <a:ea typeface="Readex Pro"/>
                <a:cs typeface="Readex Pro"/>
                <a:sym typeface="Readex Pro"/>
              </a:rPr>
              <a:t>[عنوان يشرح الصورة]</a:t>
            </a:r>
            <a:endParaRPr/>
          </a:p>
        </p:txBody>
      </p:sp>
      <p:sp>
        <p:nvSpPr>
          <p:cNvPr id="836" name="Google Shape;836;p25"/>
          <p:cNvSpPr txBox="1"/>
          <p:nvPr>
            <p:ph idx="1" type="body"/>
          </p:nvPr>
        </p:nvSpPr>
        <p:spPr>
          <a:xfrm>
            <a:off x="1990725" y="8824913"/>
            <a:ext cx="14763900" cy="428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100"/>
              <a:buNone/>
            </a:pPr>
            <a:r>
              <a:rPr b="0" lang="ar-SA" sz="2100">
                <a:solidFill>
                  <a:srgbClr val="CBCFE6"/>
                </a:solidFill>
                <a:latin typeface="Readex Pro"/>
                <a:ea typeface="Readex Pro"/>
                <a:cs typeface="Readex Pro"/>
                <a:sym typeface="Readex Pro"/>
              </a:rPr>
              <a:t>[تعليق مختصر أو مصدر الصورة]</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pic>
        <p:nvPicPr>
          <p:cNvPr id="842" name="Google Shape;842;p26"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43" name="Google Shape;843;p26"/>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844" name="Google Shape;844;p26"/>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[معرض الصور أو الواجهات]</a:t>
            </a:r>
            <a:endParaRPr/>
          </a:p>
        </p:txBody>
      </p:sp>
      <p:sp>
        <p:nvSpPr>
          <p:cNvPr id="845" name="Google Shape;845;p2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46" name="Google Shape;846;p26"/>
          <p:cNvSpPr/>
          <p:nvPr>
            <p:ph idx="2" type="pic"/>
          </p:nvPr>
        </p:nvSpPr>
        <p:spPr>
          <a:xfrm>
            <a:off x="12077700" y="3714750"/>
            <a:ext cx="4762500" cy="4286400"/>
          </a:xfrm>
          <a:prstGeom prst="roundRect">
            <a:avLst>
              <a:gd fmla="val 5252" name="adj"/>
            </a:avLst>
          </a:prstGeom>
          <a:solidFill>
            <a:srgbClr val="161D48"/>
          </a:solidFill>
          <a:ln cap="flat" cmpd="sng" w="11425">
            <a:solidFill>
              <a:srgbClr val="4A5590"/>
            </a:solidFill>
            <a:prstDash val="solid"/>
            <a:round/>
            <a:headEnd len="sm" w="sm" type="none"/>
            <a:tailEnd len="sm" w="sm" type="none"/>
          </a:ln>
        </p:spPr>
      </p:sp>
      <p:sp>
        <p:nvSpPr>
          <p:cNvPr id="847" name="Google Shape;847;p26"/>
          <p:cNvSpPr txBox="1"/>
          <p:nvPr>
            <p:ph idx="3" type="body"/>
          </p:nvPr>
        </p:nvSpPr>
        <p:spPr>
          <a:xfrm>
            <a:off x="1211580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[تعليق يشرح الصورة]</a:t>
            </a:r>
            <a:endParaRPr/>
          </a:p>
        </p:txBody>
      </p:sp>
      <p:sp>
        <p:nvSpPr>
          <p:cNvPr id="848" name="Google Shape;848;p26"/>
          <p:cNvSpPr txBox="1"/>
          <p:nvPr>
            <p:ph idx="5" type="body"/>
          </p:nvPr>
        </p:nvSpPr>
        <p:spPr>
          <a:xfrm>
            <a:off x="676275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[تعليق يشرح الصورة]</a:t>
            </a:r>
            <a:endParaRPr/>
          </a:p>
        </p:txBody>
      </p:sp>
      <p:sp>
        <p:nvSpPr>
          <p:cNvPr id="849" name="Google Shape;849;p26"/>
          <p:cNvSpPr txBox="1"/>
          <p:nvPr>
            <p:ph idx="7" type="body"/>
          </p:nvPr>
        </p:nvSpPr>
        <p:spPr>
          <a:xfrm>
            <a:off x="140970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[تعليق يشرح الصورة]</a:t>
            </a:r>
            <a:endParaRPr/>
          </a:p>
        </p:txBody>
      </p:sp>
      <p:pic>
        <p:nvPicPr>
          <p:cNvPr id="850" name="Google Shape;850;p26"/>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51" name="Google Shape;851;p26"/>
          <p:cNvSpPr/>
          <p:nvPr>
            <p:ph idx="2" type="pic"/>
          </p:nvPr>
        </p:nvSpPr>
        <p:spPr>
          <a:xfrm>
            <a:off x="6743700" y="3714675"/>
            <a:ext cx="4762500" cy="4286400"/>
          </a:xfrm>
          <a:prstGeom prst="roundRect">
            <a:avLst>
              <a:gd fmla="val 5252" name="adj"/>
            </a:avLst>
          </a:prstGeom>
          <a:solidFill>
            <a:srgbClr val="161D48"/>
          </a:solidFill>
          <a:ln cap="flat" cmpd="sng" w="11425">
            <a:solidFill>
              <a:srgbClr val="4A5590"/>
            </a:solidFill>
            <a:prstDash val="solid"/>
            <a:round/>
            <a:headEnd len="sm" w="sm" type="none"/>
            <a:tailEnd len="sm" w="sm" type="none"/>
          </a:ln>
        </p:spPr>
      </p:sp>
      <p:sp>
        <p:nvSpPr>
          <p:cNvPr id="852" name="Google Shape;852;p26"/>
          <p:cNvSpPr/>
          <p:nvPr>
            <p:ph idx="2" type="pic"/>
          </p:nvPr>
        </p:nvSpPr>
        <p:spPr>
          <a:xfrm>
            <a:off x="1409700" y="3714750"/>
            <a:ext cx="4762500" cy="4286400"/>
          </a:xfrm>
          <a:prstGeom prst="roundRect">
            <a:avLst>
              <a:gd fmla="val 5252" name="adj"/>
            </a:avLst>
          </a:prstGeom>
          <a:solidFill>
            <a:srgbClr val="161D48"/>
          </a:solidFill>
          <a:ln cap="flat" cmpd="sng" w="11425">
            <a:solidFill>
              <a:srgbClr val="4A5590"/>
            </a:solidFill>
            <a:prstDash val="solid"/>
            <a:round/>
            <a:headEnd len="sm" w="sm" type="none"/>
            <a:tailEnd len="sm" w="sm" type="none"/>
          </a:ln>
        </p:spPr>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pic>
        <p:nvPicPr>
          <p:cNvPr id="858" name="Google Shape;858;p27"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59" name="Google Shape;859;p2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60" name="Google Shape;860;p2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861" name="Google Shape;861;p2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[عناصر الحل]</a:t>
            </a:r>
            <a:endParaRPr/>
          </a:p>
        </p:txBody>
      </p:sp>
      <p:sp>
        <p:nvSpPr>
          <p:cNvPr id="862" name="Google Shape;862;p2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[أيقونات من القالب المرفق]</a:t>
            </a:r>
            <a:endParaRPr/>
          </a:p>
        </p:txBody>
      </p:sp>
      <p:sp>
        <p:nvSpPr>
          <p:cNvPr id="863" name="Google Shape;863;p2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864" name="Google Shape;864;p27"/>
          <p:cNvPicPr preferRelativeResize="0"/>
          <p:nvPr/>
        </p:nvPicPr>
        <p:blipFill rotWithShape="1">
          <a:blip r:embed="rId5">
            <a:alphaModFix/>
          </a:blip>
          <a:srcRect b="0" l="0" r="0" t="0"/>
          <a:stretch/>
        </p:blipFill>
        <p:spPr>
          <a:xfrm>
            <a:off x="14458950" y="4000500"/>
            <a:ext cx="1428750" cy="1428750"/>
          </a:xfrm>
          <a:prstGeom prst="rect">
            <a:avLst/>
          </a:prstGeom>
          <a:noFill/>
          <a:ln>
            <a:noFill/>
          </a:ln>
        </p:spPr>
      </p:pic>
      <p:sp>
        <p:nvSpPr>
          <p:cNvPr id="865" name="Google Shape;865;p27"/>
          <p:cNvSpPr txBox="1"/>
          <p:nvPr>
            <p:ph idx="3" type="body"/>
          </p:nvPr>
        </p:nvSpPr>
        <p:spPr>
          <a:xfrm>
            <a:off x="13411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[عنوان العنصر]</a:t>
            </a:r>
            <a:endParaRPr/>
          </a:p>
        </p:txBody>
      </p:sp>
      <p:sp>
        <p:nvSpPr>
          <p:cNvPr id="866" name="Google Shape;866;p27"/>
          <p:cNvSpPr txBox="1"/>
          <p:nvPr>
            <p:ph idx="4" type="body"/>
          </p:nvPr>
        </p:nvSpPr>
        <p:spPr>
          <a:xfrm>
            <a:off x="13411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[وصف العنصر ودوره</a:t>
            </a:r>
            <a:endParaRPr/>
          </a:p>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في المشروع]</a:t>
            </a:r>
            <a:endParaRPr/>
          </a:p>
        </p:txBody>
      </p:sp>
      <p:pic>
        <p:nvPicPr>
          <p:cNvPr id="867" name="Google Shape;867;p27"/>
          <p:cNvPicPr preferRelativeResize="0"/>
          <p:nvPr/>
        </p:nvPicPr>
        <p:blipFill rotWithShape="1">
          <a:blip r:embed="rId6">
            <a:alphaModFix/>
          </a:blip>
          <a:srcRect b="0" l="0" r="0" t="0"/>
          <a:stretch/>
        </p:blipFill>
        <p:spPr>
          <a:xfrm>
            <a:off x="10458450" y="4000500"/>
            <a:ext cx="1428750" cy="1428750"/>
          </a:xfrm>
          <a:prstGeom prst="rect">
            <a:avLst/>
          </a:prstGeom>
          <a:noFill/>
          <a:ln>
            <a:noFill/>
          </a:ln>
        </p:spPr>
      </p:pic>
      <p:sp>
        <p:nvSpPr>
          <p:cNvPr id="868" name="Google Shape;868;p27"/>
          <p:cNvSpPr txBox="1"/>
          <p:nvPr>
            <p:ph idx="5" type="body"/>
          </p:nvPr>
        </p:nvSpPr>
        <p:spPr>
          <a:xfrm>
            <a:off x="9410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[عنوان العنصر]</a:t>
            </a:r>
            <a:endParaRPr/>
          </a:p>
        </p:txBody>
      </p:sp>
      <p:sp>
        <p:nvSpPr>
          <p:cNvPr id="869" name="Google Shape;869;p27"/>
          <p:cNvSpPr txBox="1"/>
          <p:nvPr>
            <p:ph idx="6" type="body"/>
          </p:nvPr>
        </p:nvSpPr>
        <p:spPr>
          <a:xfrm>
            <a:off x="9410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[وصف العنصر ودوره</a:t>
            </a:r>
            <a:endParaRPr/>
          </a:p>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في المشروع]</a:t>
            </a:r>
            <a:endParaRPr/>
          </a:p>
        </p:txBody>
      </p:sp>
      <p:pic>
        <p:nvPicPr>
          <p:cNvPr id="870" name="Google Shape;870;p27"/>
          <p:cNvPicPr preferRelativeResize="0"/>
          <p:nvPr/>
        </p:nvPicPr>
        <p:blipFill rotWithShape="1">
          <a:blip r:embed="rId7">
            <a:alphaModFix/>
          </a:blip>
          <a:srcRect b="0" l="0" r="0" t="0"/>
          <a:stretch/>
        </p:blipFill>
        <p:spPr>
          <a:xfrm>
            <a:off x="6457950" y="4000500"/>
            <a:ext cx="1428750" cy="1428750"/>
          </a:xfrm>
          <a:prstGeom prst="rect">
            <a:avLst/>
          </a:prstGeom>
          <a:noFill/>
          <a:ln>
            <a:noFill/>
          </a:ln>
        </p:spPr>
      </p:pic>
      <p:sp>
        <p:nvSpPr>
          <p:cNvPr id="871" name="Google Shape;871;p27"/>
          <p:cNvSpPr txBox="1"/>
          <p:nvPr>
            <p:ph idx="7" type="body"/>
          </p:nvPr>
        </p:nvSpPr>
        <p:spPr>
          <a:xfrm>
            <a:off x="5410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[عنوان العنصر]</a:t>
            </a:r>
            <a:endParaRPr/>
          </a:p>
        </p:txBody>
      </p:sp>
      <p:sp>
        <p:nvSpPr>
          <p:cNvPr id="872" name="Google Shape;872;p27"/>
          <p:cNvSpPr txBox="1"/>
          <p:nvPr>
            <p:ph idx="8" type="body"/>
          </p:nvPr>
        </p:nvSpPr>
        <p:spPr>
          <a:xfrm>
            <a:off x="5410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[وصف العنصر ودوره</a:t>
            </a:r>
            <a:endParaRPr/>
          </a:p>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في المشروع]</a:t>
            </a:r>
            <a:endParaRPr/>
          </a:p>
        </p:txBody>
      </p:sp>
      <p:pic>
        <p:nvPicPr>
          <p:cNvPr id="873" name="Google Shape;873;p27"/>
          <p:cNvPicPr preferRelativeResize="0"/>
          <p:nvPr/>
        </p:nvPicPr>
        <p:blipFill rotWithShape="1">
          <a:blip r:embed="rId8">
            <a:alphaModFix/>
          </a:blip>
          <a:srcRect b="0" l="0" r="0" t="0"/>
          <a:stretch/>
        </p:blipFill>
        <p:spPr>
          <a:xfrm>
            <a:off x="2457450" y="4000500"/>
            <a:ext cx="1428750" cy="1428750"/>
          </a:xfrm>
          <a:prstGeom prst="rect">
            <a:avLst/>
          </a:prstGeom>
          <a:noFill/>
          <a:ln>
            <a:noFill/>
          </a:ln>
        </p:spPr>
      </p:pic>
      <p:sp>
        <p:nvSpPr>
          <p:cNvPr id="874" name="Google Shape;874;p27"/>
          <p:cNvSpPr txBox="1"/>
          <p:nvPr>
            <p:ph idx="9" type="body"/>
          </p:nvPr>
        </p:nvSpPr>
        <p:spPr>
          <a:xfrm>
            <a:off x="1409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[عنوان العنصر]</a:t>
            </a:r>
            <a:endParaRPr/>
          </a:p>
        </p:txBody>
      </p:sp>
      <p:sp>
        <p:nvSpPr>
          <p:cNvPr id="875" name="Google Shape;875;p27"/>
          <p:cNvSpPr txBox="1"/>
          <p:nvPr>
            <p:ph idx="13" type="body"/>
          </p:nvPr>
        </p:nvSpPr>
        <p:spPr>
          <a:xfrm>
            <a:off x="1409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[وصف العنصر ودوره</a:t>
            </a:r>
            <a:endParaRPr/>
          </a:p>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في المشروع]</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pic>
        <p:nvPicPr>
          <p:cNvPr id="881" name="Google Shape;881;p28"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82" name="Google Shape;882;p2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83" name="Google Shape;883;p2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884" name="Google Shape;884;p2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[مقارنة خيارين]</a:t>
            </a:r>
            <a:endParaRPr/>
          </a:p>
        </p:txBody>
      </p:sp>
      <p:sp>
        <p:nvSpPr>
          <p:cNvPr id="885" name="Google Shape;885;p2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[أساس المقارنة]</a:t>
            </a:r>
            <a:endParaRPr/>
          </a:p>
        </p:txBody>
      </p:sp>
      <p:sp>
        <p:nvSpPr>
          <p:cNvPr id="886" name="Google Shape;886;p2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87" name="Google Shape;887;p28"/>
          <p:cNvSpPr txBox="1"/>
          <p:nvPr>
            <p:ph idx="3" type="body"/>
          </p:nvPr>
        </p:nvSpPr>
        <p:spPr>
          <a:xfrm>
            <a:off x="9696450" y="3857625"/>
            <a:ext cx="714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[الخيار الأول]</a:t>
            </a:r>
            <a:endParaRPr/>
          </a:p>
        </p:txBody>
      </p:sp>
      <p:sp>
        <p:nvSpPr>
          <p:cNvPr id="888" name="Google Shape;888;p28"/>
          <p:cNvSpPr txBox="1"/>
          <p:nvPr>
            <p:ph idx="4" type="body"/>
          </p:nvPr>
        </p:nvSpPr>
        <p:spPr>
          <a:xfrm>
            <a:off x="9696450" y="4562475"/>
            <a:ext cx="7143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[وصف موجز للخيار]</a:t>
            </a:r>
            <a:endParaRPr/>
          </a:p>
        </p:txBody>
      </p:sp>
      <p:sp>
        <p:nvSpPr>
          <p:cNvPr id="889" name="Google Shape;889;p28"/>
          <p:cNvSpPr txBox="1"/>
          <p:nvPr>
            <p:ph idx="5" type="body"/>
          </p:nvPr>
        </p:nvSpPr>
        <p:spPr>
          <a:xfrm>
            <a:off x="1409700" y="3857625"/>
            <a:ext cx="714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[الخيار الثاني]</a:t>
            </a:r>
            <a:endParaRPr/>
          </a:p>
        </p:txBody>
      </p:sp>
      <p:sp>
        <p:nvSpPr>
          <p:cNvPr id="890" name="Google Shape;890;p28"/>
          <p:cNvSpPr txBox="1"/>
          <p:nvPr>
            <p:ph idx="6" type="body"/>
          </p:nvPr>
        </p:nvSpPr>
        <p:spPr>
          <a:xfrm>
            <a:off x="1409700" y="4562475"/>
            <a:ext cx="7143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[وصف موجز للخيار]</a:t>
            </a:r>
            <a:endParaRPr/>
          </a:p>
        </p:txBody>
      </p:sp>
      <p:sp>
        <p:nvSpPr>
          <p:cNvPr id="891" name="Google Shape;891;p28"/>
          <p:cNvSpPr txBox="1"/>
          <p:nvPr>
            <p:ph idx="7" type="body"/>
          </p:nvPr>
        </p:nvSpPr>
        <p:spPr>
          <a:xfrm>
            <a:off x="9696450" y="5905500"/>
            <a:ext cx="7143900" cy="2952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[الميزة الرئيسية]</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[القيد أو المتطلب]</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[متى يناسب المستخدم؟]</a:t>
            </a:r>
            <a:endParaRPr/>
          </a:p>
        </p:txBody>
      </p:sp>
      <p:sp>
        <p:nvSpPr>
          <p:cNvPr id="892" name="Google Shape;892;p28"/>
          <p:cNvSpPr txBox="1"/>
          <p:nvPr>
            <p:ph idx="8" type="body"/>
          </p:nvPr>
        </p:nvSpPr>
        <p:spPr>
          <a:xfrm>
            <a:off x="1409700" y="5905500"/>
            <a:ext cx="7143900" cy="2952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[الميزة الرئيسية]</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[القيد أو المتطلب]</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[متى يناسب المستخدم؟]</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2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899" name="Google Shape;899;p29"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0" name="Google Shape;900;p29"/>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pic>
        <p:nvPicPr>
          <p:cNvPr id="906" name="Google Shape;906;p3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7" name="Google Shape;907;p3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908" name="Google Shape;908;p3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pic>
        <p:nvPicPr>
          <p:cNvPr id="914" name="Google Shape;914;p31"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915" name="Google Shape;915;p31"/>
          <p:cNvSpPr txBox="1"/>
          <p:nvPr>
            <p:ph idx="1" type="body"/>
          </p:nvPr>
        </p:nvSpPr>
        <p:spPr>
          <a:xfrm>
            <a:off x="3810000" y="5676900"/>
            <a:ext cx="106680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0" lang="ar-SA" sz="2700">
                <a:solidFill>
                  <a:srgbClr val="F2F4FF"/>
                </a:solidFill>
                <a:latin typeface="Readex Pro"/>
                <a:ea typeface="Readex Pro"/>
                <a:cs typeface="Readex Pro"/>
                <a:sym typeface="Readex Pro"/>
              </a:rPr>
              <a:t>[اسم المشروع أو الفريق]</a:t>
            </a:r>
            <a:endParaRPr/>
          </a:p>
        </p:txBody>
      </p:sp>
      <p:sp>
        <p:nvSpPr>
          <p:cNvPr id="916" name="Google Shape;916;p31"/>
          <p:cNvSpPr txBox="1"/>
          <p:nvPr>
            <p:ph idx="2" type="body"/>
          </p:nvPr>
        </p:nvSpPr>
        <p:spPr>
          <a:xfrm>
            <a:off x="3810000" y="6653200"/>
            <a:ext cx="10668000" cy="666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CBCFE6"/>
                </a:solidFill>
                <a:latin typeface="Readex Pro"/>
                <a:ea typeface="Readex Pro"/>
                <a:cs typeface="Readex Pro"/>
                <a:sym typeface="Readex Pro"/>
              </a:rPr>
              <a:t>[رابط النموذج أو وسيلة التواصل إن وجدت]</a:t>
            </a:r>
            <a:endParaRPr/>
          </a:p>
        </p:txBody>
      </p:sp>
      <p:sp>
        <p:nvSpPr>
          <p:cNvPr id="917" name="Google Shape;917;p31"/>
          <p:cNvSpPr txBox="1"/>
          <p:nvPr>
            <p:ph type="title"/>
          </p:nvPr>
        </p:nvSpPr>
        <p:spPr>
          <a:xfrm>
            <a:off x="3810000" y="3819525"/>
            <a:ext cx="10668000" cy="1428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200"/>
              <a:buNone/>
            </a:pPr>
            <a:r>
              <a:rPr b="1" lang="ar-SA" sz="7200">
                <a:solidFill>
                  <a:srgbClr val="2EF2C2"/>
                </a:solidFill>
                <a:latin typeface="Readex Pro"/>
                <a:ea typeface="Readex Pro"/>
                <a:cs typeface="Readex Pro"/>
                <a:sym typeface="Readex Pro"/>
              </a:rPr>
              <a:t>شكراً لكم</a:t>
            </a:r>
            <a:endParaRPr/>
          </a:p>
        </p:txBody>
      </p:sp>
      <p:pic>
        <p:nvPicPr>
          <p:cNvPr id="918" name="Google Shape;918;p31" title="شعار الهاكثون لايت.png"/>
          <p:cNvPicPr preferRelativeResize="0"/>
          <p:nvPr/>
        </p:nvPicPr>
        <p:blipFill>
          <a:blip r:embed="rId4">
            <a:alphaModFix/>
          </a:blip>
          <a:stretch>
            <a:fillRect/>
          </a:stretch>
        </p:blipFill>
        <p:spPr>
          <a:xfrm>
            <a:off x="3158450" y="1277075"/>
            <a:ext cx="6546002" cy="1678025"/>
          </a:xfrm>
          <a:prstGeom prst="rect">
            <a:avLst/>
          </a:prstGeom>
          <a:noFill/>
          <a:ln>
            <a:noFill/>
          </a:ln>
        </p:spPr>
      </p:pic>
      <p:pic>
        <p:nvPicPr>
          <p:cNvPr id="919" name="Google Shape;919;p31"/>
          <p:cNvPicPr preferRelativeResize="0"/>
          <p:nvPr/>
        </p:nvPicPr>
        <p:blipFill rotWithShape="1">
          <a:blip r:embed="rId5">
            <a:alphaModFix/>
          </a:blip>
          <a:srcRect b="0" l="0" r="0" t="0"/>
          <a:stretch/>
        </p:blipFill>
        <p:spPr>
          <a:xfrm>
            <a:off x="13237879" y="1460433"/>
            <a:ext cx="1891696" cy="1195990"/>
          </a:xfrm>
          <a:prstGeom prst="rect">
            <a:avLst/>
          </a:prstGeom>
          <a:noFill/>
          <a:ln>
            <a:noFill/>
          </a:ln>
        </p:spPr>
      </p:pic>
      <p:pic>
        <p:nvPicPr>
          <p:cNvPr id="920" name="Google Shape;920;p31" title="شعار عام الذكاء الاصطناعي.png"/>
          <p:cNvPicPr preferRelativeResize="0"/>
          <p:nvPr/>
        </p:nvPicPr>
        <p:blipFill>
          <a:blip r:embed="rId6">
            <a:alphaModFix/>
          </a:blip>
          <a:stretch>
            <a:fillRect/>
          </a:stretch>
        </p:blipFill>
        <p:spPr>
          <a:xfrm>
            <a:off x="10056994" y="1261812"/>
            <a:ext cx="2908672" cy="1708549"/>
          </a:xfrm>
          <a:prstGeom prst="rect">
            <a:avLst/>
          </a:prstGeom>
          <a:noFill/>
          <a:ln>
            <a:noFill/>
          </a:ln>
        </p:spPr>
      </p:pic>
      <p:pic>
        <p:nvPicPr>
          <p:cNvPr id="921" name="Google Shape;921;p31" title="شعار سدايا.png"/>
          <p:cNvPicPr preferRelativeResize="0"/>
          <p:nvPr/>
        </p:nvPicPr>
        <p:blipFill>
          <a:blip r:embed="rId7">
            <a:alphaModFix/>
          </a:blip>
          <a:stretch>
            <a:fillRect/>
          </a:stretch>
        </p:blipFill>
        <p:spPr>
          <a:xfrm>
            <a:off x="7750489" y="7716733"/>
            <a:ext cx="2292680" cy="1346725"/>
          </a:xfrm>
          <a:prstGeom prst="rect">
            <a:avLst/>
          </a:prstGeom>
          <a:noFill/>
          <a:ln>
            <a:noFill/>
          </a:ln>
        </p:spPr>
      </p:pic>
      <p:pic>
        <p:nvPicPr>
          <p:cNvPr id="922" name="Google Shape;922;p31" title="شعار فيوتشر.png"/>
          <p:cNvPicPr preferRelativeResize="0"/>
          <p:nvPr/>
        </p:nvPicPr>
        <p:blipFill>
          <a:blip r:embed="rId8">
            <a:alphaModFix/>
          </a:blip>
          <a:stretch>
            <a:fillRect/>
          </a:stretch>
        </p:blipFill>
        <p:spPr>
          <a:xfrm>
            <a:off x="3179331" y="7929122"/>
            <a:ext cx="1570852" cy="921955"/>
          </a:xfrm>
          <a:prstGeom prst="rect">
            <a:avLst/>
          </a:prstGeom>
          <a:noFill/>
          <a:ln>
            <a:noFill/>
          </a:ln>
        </p:spPr>
      </p:pic>
      <p:pic>
        <p:nvPicPr>
          <p:cNvPr id="923" name="Google Shape;923;p31" title="شعار التحول.png"/>
          <p:cNvPicPr preferRelativeResize="0"/>
          <p:nvPr/>
        </p:nvPicPr>
        <p:blipFill>
          <a:blip r:embed="rId9">
            <a:alphaModFix/>
          </a:blip>
          <a:stretch>
            <a:fillRect/>
          </a:stretch>
        </p:blipFill>
        <p:spPr>
          <a:xfrm>
            <a:off x="5373933" y="7875719"/>
            <a:ext cx="1752806" cy="1028753"/>
          </a:xfrm>
          <a:prstGeom prst="rect">
            <a:avLst/>
          </a:prstGeom>
          <a:noFill/>
          <a:ln>
            <a:noFill/>
          </a:ln>
        </p:spPr>
      </p:pic>
      <p:sp>
        <p:nvSpPr>
          <p:cNvPr id="924" name="Google Shape;924;p31"/>
          <p:cNvSpPr txBox="1"/>
          <p:nvPr/>
        </p:nvSpPr>
        <p:spPr>
          <a:xfrm>
            <a:off x="14046675" y="8254733"/>
            <a:ext cx="1062000" cy="2958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lang="ar-SA" sz="1800">
                <a:solidFill>
                  <a:srgbClr val="2EF2C2"/>
                </a:solidFill>
                <a:latin typeface="Readex Pro"/>
                <a:ea typeface="Readex Pro"/>
                <a:cs typeface="Readex Pro"/>
                <a:sym typeface="Readex Pro"/>
              </a:rPr>
              <a:t>شركاؤنا</a:t>
            </a:r>
            <a:r>
              <a:rPr lang="ar-SA">
                <a:solidFill>
                  <a:srgbClr val="2EF2C2"/>
                </a:solidFill>
                <a:latin typeface="Readex Pro"/>
                <a:ea typeface="Readex Pro"/>
                <a:cs typeface="Readex Pro"/>
                <a:sym typeface="Readex Pro"/>
              </a:rPr>
              <a:t>:</a:t>
            </a:r>
            <a:endParaRPr sz="1800">
              <a:solidFill>
                <a:srgbClr val="2EF2C2"/>
              </a:solidFill>
              <a:latin typeface="Readex Pro"/>
              <a:ea typeface="Readex Pro"/>
              <a:cs typeface="Readex Pro"/>
              <a:sym typeface="Readex Pro"/>
            </a:endParaRPr>
          </a:p>
        </p:txBody>
      </p:sp>
      <p:cxnSp>
        <p:nvCxnSpPr>
          <p:cNvPr id="925" name="Google Shape;925;p31"/>
          <p:cNvCxnSpPr/>
          <p:nvPr/>
        </p:nvCxnSpPr>
        <p:spPr>
          <a:xfrm>
            <a:off x="7456246" y="8142400"/>
            <a:ext cx="0" cy="453600"/>
          </a:xfrm>
          <a:prstGeom prst="straightConnector1">
            <a:avLst/>
          </a:prstGeom>
          <a:noFill/>
          <a:ln cap="flat" cmpd="sng" w="9525">
            <a:solidFill>
              <a:srgbClr val="2EF2C2"/>
            </a:solidFill>
            <a:prstDash val="solid"/>
            <a:round/>
            <a:headEnd len="med" w="med" type="none"/>
            <a:tailEnd len="med" w="med" type="none"/>
          </a:ln>
        </p:spPr>
      </p:cxnSp>
      <p:cxnSp>
        <p:nvCxnSpPr>
          <p:cNvPr id="926" name="Google Shape;926;p31"/>
          <p:cNvCxnSpPr/>
          <p:nvPr/>
        </p:nvCxnSpPr>
        <p:spPr>
          <a:xfrm>
            <a:off x="5075007" y="8142400"/>
            <a:ext cx="0" cy="453600"/>
          </a:xfrm>
          <a:prstGeom prst="straightConnector1">
            <a:avLst/>
          </a:prstGeom>
          <a:noFill/>
          <a:ln cap="flat" cmpd="sng" w="9525">
            <a:solidFill>
              <a:srgbClr val="2EF2C2"/>
            </a:solidFill>
            <a:prstDash val="solid"/>
            <a:round/>
            <a:headEnd len="med" w="med" type="none"/>
            <a:tailEnd len="med" w="med" type="none"/>
          </a:ln>
        </p:spPr>
      </p:cxnSp>
      <p:pic>
        <p:nvPicPr>
          <p:cNvPr id="927" name="Google Shape;927;p31" title="شعار وزارة الاتصالات.png"/>
          <p:cNvPicPr preferRelativeResize="0"/>
          <p:nvPr/>
        </p:nvPicPr>
        <p:blipFill>
          <a:blip r:embed="rId10">
            <a:alphaModFix/>
          </a:blip>
          <a:stretch>
            <a:fillRect/>
          </a:stretch>
        </p:blipFill>
        <p:spPr>
          <a:xfrm>
            <a:off x="10602750" y="7979050"/>
            <a:ext cx="3035650" cy="847150"/>
          </a:xfrm>
          <a:prstGeom prst="rect">
            <a:avLst/>
          </a:prstGeom>
          <a:noFill/>
          <a:ln>
            <a:noFill/>
          </a:ln>
        </p:spPr>
      </p:pic>
      <p:cxnSp>
        <p:nvCxnSpPr>
          <p:cNvPr id="928" name="Google Shape;928;p31"/>
          <p:cNvCxnSpPr/>
          <p:nvPr/>
        </p:nvCxnSpPr>
        <p:spPr>
          <a:xfrm>
            <a:off x="10366904" y="8142400"/>
            <a:ext cx="0" cy="453600"/>
          </a:xfrm>
          <a:prstGeom prst="straightConnector1">
            <a:avLst/>
          </a:prstGeom>
          <a:noFill/>
          <a:ln cap="flat" cmpd="sng" w="9525">
            <a:solidFill>
              <a:srgbClr val="2EF2C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